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 id="2147483653" r:id="rId2"/>
  </p:sldMasterIdLst>
  <p:sldIdLst>
    <p:sldId id="316" r:id="rId3"/>
    <p:sldId id="257" r:id="rId4"/>
    <p:sldId id="258" r:id="rId5"/>
    <p:sldId id="259" r:id="rId6"/>
    <p:sldId id="260" r:id="rId7"/>
    <p:sldId id="300" r:id="rId8"/>
    <p:sldId id="261" r:id="rId9"/>
    <p:sldId id="262" r:id="rId10"/>
    <p:sldId id="301" r:id="rId11"/>
    <p:sldId id="263" r:id="rId12"/>
    <p:sldId id="264" r:id="rId13"/>
    <p:sldId id="302" r:id="rId14"/>
    <p:sldId id="303" r:id="rId15"/>
    <p:sldId id="304" r:id="rId16"/>
    <p:sldId id="312" r:id="rId17"/>
    <p:sldId id="265" r:id="rId18"/>
    <p:sldId id="266" r:id="rId19"/>
    <p:sldId id="311" r:id="rId20"/>
    <p:sldId id="267" r:id="rId21"/>
    <p:sldId id="268" r:id="rId22"/>
    <p:sldId id="305" r:id="rId23"/>
    <p:sldId id="306" r:id="rId24"/>
    <p:sldId id="269" r:id="rId25"/>
    <p:sldId id="270" r:id="rId26"/>
    <p:sldId id="307" r:id="rId27"/>
    <p:sldId id="271" r:id="rId28"/>
    <p:sldId id="272" r:id="rId29"/>
    <p:sldId id="309" r:id="rId30"/>
    <p:sldId id="310" r:id="rId31"/>
    <p:sldId id="274" r:id="rId32"/>
    <p:sldId id="275" r:id="rId33"/>
    <p:sldId id="297" r:id="rId34"/>
    <p:sldId id="298" r:id="rId35"/>
    <p:sldId id="313" r:id="rId36"/>
    <p:sldId id="314" r:id="rId37"/>
    <p:sldId id="278" r:id="rId38"/>
    <p:sldId id="315"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308" r:id="rId52"/>
    <p:sldId id="291" r:id="rId53"/>
    <p:sldId id="292" r:id="rId5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52" autoAdjust="0"/>
  </p:normalViewPr>
  <p:slideViewPr>
    <p:cSldViewPr>
      <p:cViewPr varScale="1">
        <p:scale>
          <a:sx n="57" d="100"/>
          <a:sy n="57" d="100"/>
        </p:scale>
        <p:origin x="-96" y="-4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 Type="http://schemas.openxmlformats.org/officeDocument/2006/relationships/slideMaster" Target="slideMasters/slideMaster2.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 Type="http://schemas.openxmlformats.org/officeDocument/2006/relationships/slide" Target="slides/slide1.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 Type="http://schemas.openxmlformats.org/officeDocument/2006/relationships/slide" Target="slides/slide2.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 Type="http://schemas.openxmlformats.org/officeDocument/2006/relationships/slide" Target="slides/slide3.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4034" name="AutoShape 2">
            <a:extLst>
              <a:ext uri="{FF2B5EF4-FFF2-40B4-BE49-F238E27FC236}">
                <a16:creationId xmlns:a16="http://schemas.microsoft.com/office/drawing/2014/main" id="{945465F6-0CFE-4E43-84CA-C20890FA267E}"/>
              </a:ext>
            </a:extLst>
          </p:cNvPr>
          <p:cNvSpPr>
            <a:spLocks noChangeArrowheads="1"/>
          </p:cNvSpPr>
          <p:nvPr/>
        </p:nvSpPr>
        <p:spPr bwMode="auto">
          <a:xfrm>
            <a:off x="228600" y="381000"/>
            <a:ext cx="8686800" cy="5638800"/>
          </a:xfrm>
          <a:prstGeom prst="roundRect">
            <a:avLst>
              <a:gd name="adj" fmla="val 7912"/>
            </a:avLst>
          </a:prstGeom>
          <a:solidFill>
            <a:schemeClr val="folHlink"/>
          </a:solidFill>
          <a:ln>
            <a:noFill/>
          </a:ln>
          <a:effectLst/>
          <a:extLst>
            <a:ext uri="{91240B29-F687-4F45-9708-019B960494DF}">
              <a14:hiddenLine xmlns:a14="http://schemas.microsoft.com/office/drawing/2010/main" w="9525">
                <a:solidFill>
                  <a:srgbClr val="CCCC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400">
              <a:latin typeface="Times New Roman" panose="02020603050405020304" pitchFamily="18" charset="0"/>
            </a:endParaRPr>
          </a:p>
        </p:txBody>
      </p:sp>
      <p:sp>
        <p:nvSpPr>
          <p:cNvPr id="44035" name="AutoShape 3">
            <a:extLst>
              <a:ext uri="{FF2B5EF4-FFF2-40B4-BE49-F238E27FC236}">
                <a16:creationId xmlns:a16="http://schemas.microsoft.com/office/drawing/2014/main" id="{E59E64C2-CD14-41F3-BF1C-CDDEE7A46DFF}"/>
              </a:ext>
            </a:extLst>
          </p:cNvPr>
          <p:cNvSpPr>
            <a:spLocks noChangeArrowheads="1"/>
          </p:cNvSpPr>
          <p:nvPr/>
        </p:nvSpPr>
        <p:spPr bwMode="white">
          <a:xfrm>
            <a:off x="327025" y="488950"/>
            <a:ext cx="8435975" cy="4768850"/>
          </a:xfrm>
          <a:prstGeom prst="roundRect">
            <a:avLst>
              <a:gd name="adj" fmla="val 7310"/>
            </a:avLst>
          </a:prstGeom>
          <a:solidFill>
            <a:schemeClr val="bg1"/>
          </a:solidFill>
          <a:ln>
            <a:noFill/>
          </a:ln>
          <a:effectLst/>
          <a:extLst>
            <a:ext uri="{91240B29-F687-4F45-9708-019B960494DF}">
              <a14:hiddenLine xmlns:a14="http://schemas.microsoft.com/office/drawing/2010/main" w="9525">
                <a:solidFill>
                  <a:srgbClr val="CCCC99"/>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400">
              <a:latin typeface="Times New Roman" panose="02020603050405020304" pitchFamily="18" charset="0"/>
            </a:endParaRPr>
          </a:p>
        </p:txBody>
      </p:sp>
      <p:sp>
        <p:nvSpPr>
          <p:cNvPr id="44036" name="AutoShape 4">
            <a:extLst>
              <a:ext uri="{FF2B5EF4-FFF2-40B4-BE49-F238E27FC236}">
                <a16:creationId xmlns:a16="http://schemas.microsoft.com/office/drawing/2014/main" id="{D4A08D85-FE55-47F3-9549-3D8AA3D6E3B5}"/>
              </a:ext>
            </a:extLst>
          </p:cNvPr>
          <p:cNvSpPr>
            <a:spLocks noChangeArrowheads="1"/>
          </p:cNvSpPr>
          <p:nvPr/>
        </p:nvSpPr>
        <p:spPr bwMode="blackWhite">
          <a:xfrm>
            <a:off x="1371600" y="3338513"/>
            <a:ext cx="6400800" cy="2286000"/>
          </a:xfrm>
          <a:prstGeom prst="roundRect">
            <a:avLst>
              <a:gd name="adj" fmla="val 16667"/>
            </a:avLst>
          </a:prstGeom>
          <a:solidFill>
            <a:schemeClr val="bg1"/>
          </a:solidFill>
          <a:ln w="508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a:p>
        </p:txBody>
      </p:sp>
      <p:sp>
        <p:nvSpPr>
          <p:cNvPr id="44037" name="Rectangle 5">
            <a:extLst>
              <a:ext uri="{FF2B5EF4-FFF2-40B4-BE49-F238E27FC236}">
                <a16:creationId xmlns:a16="http://schemas.microsoft.com/office/drawing/2014/main" id="{B55E8A69-6580-4B3F-8E11-69C0E36C0041}"/>
              </a:ext>
            </a:extLst>
          </p:cNvPr>
          <p:cNvSpPr>
            <a:spLocks noGrp="1" noChangeArrowheads="1"/>
          </p:cNvSpPr>
          <p:nvPr>
            <p:ph type="ctrTitle"/>
          </p:nvPr>
        </p:nvSpPr>
        <p:spPr>
          <a:xfrm>
            <a:off x="685800" y="857250"/>
            <a:ext cx="7772400" cy="2266950"/>
          </a:xfrm>
        </p:spPr>
        <p:txBody>
          <a:bodyPr anchor="ctr" anchorCtr="1"/>
          <a:lstStyle>
            <a:lvl1pPr algn="ctr">
              <a:defRPr sz="4100" i="1"/>
            </a:lvl1pPr>
          </a:lstStyle>
          <a:p>
            <a:pPr lvl="0"/>
            <a:r>
              <a:rPr lang="en-US" altLang="zh-CN" noProof="0"/>
              <a:t>Click to edit Master title style</a:t>
            </a:r>
          </a:p>
        </p:txBody>
      </p:sp>
      <p:sp>
        <p:nvSpPr>
          <p:cNvPr id="44038" name="Rectangle 6">
            <a:extLst>
              <a:ext uri="{FF2B5EF4-FFF2-40B4-BE49-F238E27FC236}">
                <a16:creationId xmlns:a16="http://schemas.microsoft.com/office/drawing/2014/main" id="{68B6A621-8363-4D51-A8E8-94CD501108EF}"/>
              </a:ext>
            </a:extLst>
          </p:cNvPr>
          <p:cNvSpPr>
            <a:spLocks noGrp="1" noChangeArrowheads="1"/>
          </p:cNvSpPr>
          <p:nvPr>
            <p:ph type="subTitle" idx="1"/>
          </p:nvPr>
        </p:nvSpPr>
        <p:spPr>
          <a:xfrm>
            <a:off x="1752600" y="3567113"/>
            <a:ext cx="5410200" cy="1905000"/>
          </a:xfrm>
        </p:spPr>
        <p:txBody>
          <a:bodyPr anchor="ctr"/>
          <a:lstStyle>
            <a:lvl1pPr marL="0" indent="0" algn="ctr">
              <a:buFont typeface="Wingdings" panose="05000000000000000000" pitchFamily="2" charset="2"/>
              <a:buNone/>
              <a:defRPr sz="3300"/>
            </a:lvl1pPr>
          </a:lstStyle>
          <a:p>
            <a:pPr lvl="0"/>
            <a:r>
              <a:rPr lang="en-US" altLang="zh-CN" noProof="0"/>
              <a:t>Click to edit Master subtitle style</a:t>
            </a:r>
          </a:p>
        </p:txBody>
      </p:sp>
      <p:sp>
        <p:nvSpPr>
          <p:cNvPr id="44039" name="Rectangle 7">
            <a:extLst>
              <a:ext uri="{FF2B5EF4-FFF2-40B4-BE49-F238E27FC236}">
                <a16:creationId xmlns:a16="http://schemas.microsoft.com/office/drawing/2014/main" id="{16E38062-73CC-4607-B3B5-7EF1AEBB356E}"/>
              </a:ext>
            </a:extLst>
          </p:cNvPr>
          <p:cNvSpPr>
            <a:spLocks noGrp="1" noChangeArrowheads="1"/>
          </p:cNvSpPr>
          <p:nvPr>
            <p:ph type="dt" sz="half" idx="2"/>
          </p:nvPr>
        </p:nvSpPr>
        <p:spPr/>
        <p:txBody>
          <a:bodyPr/>
          <a:lstStyle>
            <a:lvl1pPr>
              <a:defRPr/>
            </a:lvl1pPr>
          </a:lstStyle>
          <a:p>
            <a:endParaRPr lang="en-US" altLang="zh-CN"/>
          </a:p>
        </p:txBody>
      </p:sp>
      <p:sp>
        <p:nvSpPr>
          <p:cNvPr id="44040" name="Rectangle 8">
            <a:extLst>
              <a:ext uri="{FF2B5EF4-FFF2-40B4-BE49-F238E27FC236}">
                <a16:creationId xmlns:a16="http://schemas.microsoft.com/office/drawing/2014/main" id="{56D231EC-0682-4577-A7BD-6E47BE411164}"/>
              </a:ext>
            </a:extLst>
          </p:cNvPr>
          <p:cNvSpPr>
            <a:spLocks noGrp="1" noChangeArrowheads="1"/>
          </p:cNvSpPr>
          <p:nvPr>
            <p:ph type="ftr" sz="quarter" idx="3"/>
          </p:nvPr>
        </p:nvSpPr>
        <p:spPr>
          <a:xfrm>
            <a:off x="3352800" y="6391275"/>
            <a:ext cx="2895600" cy="457200"/>
          </a:xfrm>
        </p:spPr>
        <p:txBody>
          <a:bodyPr/>
          <a:lstStyle>
            <a:lvl1pPr>
              <a:defRPr/>
            </a:lvl1pPr>
          </a:lstStyle>
          <a:p>
            <a:endParaRPr lang="en-US" altLang="zh-CN"/>
          </a:p>
        </p:txBody>
      </p:sp>
      <p:sp>
        <p:nvSpPr>
          <p:cNvPr id="44041" name="Rectangle 9">
            <a:extLst>
              <a:ext uri="{FF2B5EF4-FFF2-40B4-BE49-F238E27FC236}">
                <a16:creationId xmlns:a16="http://schemas.microsoft.com/office/drawing/2014/main" id="{252EB613-0505-43C7-99C6-9D8062386C63}"/>
              </a:ext>
            </a:extLst>
          </p:cNvPr>
          <p:cNvSpPr>
            <a:spLocks noGrp="1" noChangeArrowheads="1"/>
          </p:cNvSpPr>
          <p:nvPr>
            <p:ph type="sldNum" sz="quarter" idx="4"/>
          </p:nvPr>
        </p:nvSpPr>
        <p:spPr>
          <a:xfrm>
            <a:off x="6858000" y="6391275"/>
            <a:ext cx="1600200" cy="457200"/>
          </a:xfrm>
        </p:spPr>
        <p:txBody>
          <a:bodyPr/>
          <a:lstStyle>
            <a:lvl1pPr>
              <a:defRPr/>
            </a:lvl1pPr>
          </a:lstStyle>
          <a:p>
            <a:fld id="{7679FD82-D5DD-44F9-8574-2413DA341B08}"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26DDFA-1DFD-43A7-9EFF-829629A53DE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97D271E-2C40-4094-8AF1-C886CE69ABC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72A8DF3-A974-4293-A8EE-808A3D93985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A872D83-E76C-4C3B-929A-DB3B0BA56382}"/>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3B49C1C3-EF6D-48DD-8E39-5F6374A2D5EE}"/>
              </a:ext>
            </a:extLst>
          </p:cNvPr>
          <p:cNvSpPr>
            <a:spLocks noGrp="1"/>
          </p:cNvSpPr>
          <p:nvPr>
            <p:ph type="sldNum" sz="quarter" idx="12"/>
          </p:nvPr>
        </p:nvSpPr>
        <p:spPr/>
        <p:txBody>
          <a:bodyPr/>
          <a:lstStyle>
            <a:lvl1pPr>
              <a:defRPr/>
            </a:lvl1pPr>
          </a:lstStyle>
          <a:p>
            <a:fld id="{094236EE-9798-43A7-BD24-5AF572CB5B23}" type="slidenum">
              <a:rPr lang="en-US" altLang="zh-CN"/>
              <a:pPr/>
              <a:t>‹#›</a:t>
            </a:fld>
            <a:endParaRPr lang="en-US" altLang="zh-CN"/>
          </a:p>
        </p:txBody>
      </p:sp>
    </p:spTree>
    <p:extLst>
      <p:ext uri="{BB962C8B-B14F-4D97-AF65-F5344CB8AC3E}">
        <p14:creationId xmlns:p14="http://schemas.microsoft.com/office/powerpoint/2010/main" val="1113694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9D4408-359D-4B2B-AC97-AAEDB785BE21}"/>
              </a:ext>
            </a:extLst>
          </p:cNvPr>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3DB08E3-4D86-4EB5-B5B1-971B71CDEE9A}"/>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19A4F10-8AF5-4DB3-868A-01654FF235A1}"/>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D2D938D7-A1DC-48C9-A9BC-9AA3AA4F0165}"/>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27AA19CE-57BC-4C88-9C13-3E640A227B41}"/>
              </a:ext>
            </a:extLst>
          </p:cNvPr>
          <p:cNvSpPr>
            <a:spLocks noGrp="1"/>
          </p:cNvSpPr>
          <p:nvPr>
            <p:ph type="sldNum" sz="quarter" idx="12"/>
          </p:nvPr>
        </p:nvSpPr>
        <p:spPr/>
        <p:txBody>
          <a:bodyPr/>
          <a:lstStyle>
            <a:lvl1pPr>
              <a:defRPr/>
            </a:lvl1pPr>
          </a:lstStyle>
          <a:p>
            <a:fld id="{ADFE23D0-78D9-40C4-8AA0-4CEFD1580A87}" type="slidenum">
              <a:rPr lang="en-US" altLang="zh-CN"/>
              <a:pPr/>
              <a:t>‹#›</a:t>
            </a:fld>
            <a:endParaRPr lang="en-US" altLang="zh-CN"/>
          </a:p>
        </p:txBody>
      </p:sp>
    </p:spTree>
    <p:extLst>
      <p:ext uri="{BB962C8B-B14F-4D97-AF65-F5344CB8AC3E}">
        <p14:creationId xmlns:p14="http://schemas.microsoft.com/office/powerpoint/2010/main" val="3314941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A98F9D-750D-4D0C-8659-5226BD15DE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BBFF250-E4E0-4C23-8C95-9212D3315704}"/>
              </a:ext>
            </a:extLst>
          </p:cNvPr>
          <p:cNvSpPr>
            <a:spLocks noGrp="1"/>
          </p:cNvSpPr>
          <p:nvPr>
            <p:ph sz="half" idx="1"/>
          </p:nvPr>
        </p:nvSpPr>
        <p:spPr>
          <a:xfrm>
            <a:off x="762000" y="1905000"/>
            <a:ext cx="3771900" cy="40386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83EE190-BB47-4A5F-99C5-EC058CE8E559}"/>
              </a:ext>
            </a:extLst>
          </p:cNvPr>
          <p:cNvSpPr>
            <a:spLocks noGrp="1"/>
          </p:cNvSpPr>
          <p:nvPr>
            <p:ph sz="half" idx="2"/>
          </p:nvPr>
        </p:nvSpPr>
        <p:spPr>
          <a:xfrm>
            <a:off x="4686300" y="1905000"/>
            <a:ext cx="3771900" cy="40386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D622BC8-B689-448B-B64F-D5D0C3876F6B}"/>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D5902F0F-DC29-4921-B471-E50A2E15EE5D}"/>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AEE8CD21-A816-48CA-9D24-A4152FDFA8FE}"/>
              </a:ext>
            </a:extLst>
          </p:cNvPr>
          <p:cNvSpPr>
            <a:spLocks noGrp="1"/>
          </p:cNvSpPr>
          <p:nvPr>
            <p:ph type="sldNum" sz="quarter" idx="12"/>
          </p:nvPr>
        </p:nvSpPr>
        <p:spPr/>
        <p:txBody>
          <a:bodyPr/>
          <a:lstStyle>
            <a:lvl1pPr>
              <a:defRPr/>
            </a:lvl1pPr>
          </a:lstStyle>
          <a:p>
            <a:fld id="{3DD9B071-CE20-4040-9420-4E4DB9700CAB}" type="slidenum">
              <a:rPr lang="en-US" altLang="zh-CN"/>
              <a:pPr/>
              <a:t>‹#›</a:t>
            </a:fld>
            <a:endParaRPr lang="en-US" altLang="zh-CN"/>
          </a:p>
        </p:txBody>
      </p:sp>
    </p:spTree>
    <p:extLst>
      <p:ext uri="{BB962C8B-B14F-4D97-AF65-F5344CB8AC3E}">
        <p14:creationId xmlns:p14="http://schemas.microsoft.com/office/powerpoint/2010/main" val="3639675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229F51-30C1-4B6D-A4D7-74794F9B47BD}"/>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590827-EE4B-4D5A-9D79-1A29E2A8BC6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9D661F-83EE-49B3-AF49-9C4DFB117737}"/>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2D190F8-DEEF-48F7-96DE-4E9476180FFF}"/>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15D2003-F84A-42AD-9BF4-97778E97B2F9}"/>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EEDA72E-57BA-4C60-B6C8-36B1138C0A31}"/>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954A7231-3236-4833-9277-B98F48E3D32D}"/>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C20ECDBB-258D-4EA0-B11E-085DAD185618}"/>
              </a:ext>
            </a:extLst>
          </p:cNvPr>
          <p:cNvSpPr>
            <a:spLocks noGrp="1"/>
          </p:cNvSpPr>
          <p:nvPr>
            <p:ph type="sldNum" sz="quarter" idx="12"/>
          </p:nvPr>
        </p:nvSpPr>
        <p:spPr/>
        <p:txBody>
          <a:bodyPr/>
          <a:lstStyle>
            <a:lvl1pPr>
              <a:defRPr/>
            </a:lvl1pPr>
          </a:lstStyle>
          <a:p>
            <a:fld id="{1566BFBC-E263-4F01-B186-8EDCADCD7207}" type="slidenum">
              <a:rPr lang="en-US" altLang="zh-CN"/>
              <a:pPr/>
              <a:t>‹#›</a:t>
            </a:fld>
            <a:endParaRPr lang="en-US" altLang="zh-CN"/>
          </a:p>
        </p:txBody>
      </p:sp>
    </p:spTree>
    <p:extLst>
      <p:ext uri="{BB962C8B-B14F-4D97-AF65-F5344CB8AC3E}">
        <p14:creationId xmlns:p14="http://schemas.microsoft.com/office/powerpoint/2010/main" val="4144366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C4853-FCE8-43A2-A63D-0BD7B887951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28A5BC4-B545-4E06-9B00-723760B35229}"/>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975AB4A1-F02C-46B1-873F-B6D8602C1AF1}"/>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2DEBD334-C3C8-4560-8074-E4146D5E788F}"/>
              </a:ext>
            </a:extLst>
          </p:cNvPr>
          <p:cNvSpPr>
            <a:spLocks noGrp="1"/>
          </p:cNvSpPr>
          <p:nvPr>
            <p:ph type="sldNum" sz="quarter" idx="12"/>
          </p:nvPr>
        </p:nvSpPr>
        <p:spPr/>
        <p:txBody>
          <a:bodyPr/>
          <a:lstStyle>
            <a:lvl1pPr>
              <a:defRPr/>
            </a:lvl1pPr>
          </a:lstStyle>
          <a:p>
            <a:fld id="{DF71B1B4-C5D6-4EA3-929E-5169ED1F8079}" type="slidenum">
              <a:rPr lang="en-US" altLang="zh-CN"/>
              <a:pPr/>
              <a:t>‹#›</a:t>
            </a:fld>
            <a:endParaRPr lang="en-US" altLang="zh-CN"/>
          </a:p>
        </p:txBody>
      </p:sp>
    </p:spTree>
    <p:extLst>
      <p:ext uri="{BB962C8B-B14F-4D97-AF65-F5344CB8AC3E}">
        <p14:creationId xmlns:p14="http://schemas.microsoft.com/office/powerpoint/2010/main" val="1421237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074CC89-3884-47BC-ACE2-5A731F608CBF}"/>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C83535B2-53DB-44AC-9107-A0A07CA854D4}"/>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8022A66E-C89A-42A4-AC4C-955C0ADF1C40}"/>
              </a:ext>
            </a:extLst>
          </p:cNvPr>
          <p:cNvSpPr>
            <a:spLocks noGrp="1"/>
          </p:cNvSpPr>
          <p:nvPr>
            <p:ph type="sldNum" sz="quarter" idx="12"/>
          </p:nvPr>
        </p:nvSpPr>
        <p:spPr/>
        <p:txBody>
          <a:bodyPr/>
          <a:lstStyle>
            <a:lvl1pPr>
              <a:defRPr/>
            </a:lvl1pPr>
          </a:lstStyle>
          <a:p>
            <a:fld id="{66E88EA9-7F53-49DC-893D-5BCB6BC4589D}" type="slidenum">
              <a:rPr lang="en-US" altLang="zh-CN"/>
              <a:pPr/>
              <a:t>‹#›</a:t>
            </a:fld>
            <a:endParaRPr lang="en-US" altLang="zh-CN"/>
          </a:p>
        </p:txBody>
      </p:sp>
    </p:spTree>
    <p:extLst>
      <p:ext uri="{BB962C8B-B14F-4D97-AF65-F5344CB8AC3E}">
        <p14:creationId xmlns:p14="http://schemas.microsoft.com/office/powerpoint/2010/main" val="590582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C66E87-88A5-4010-94CA-6AA68BEF2CE6}"/>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F3C98C4-C68B-4C16-8748-B73966F9C46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CE45DF0-9F5A-426A-B309-F994A35FC33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37FD313-6B96-4CE4-9950-3326656E2447}"/>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C4AD55C-1C50-4A4F-851C-F05C31D1D651}"/>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B7C7880F-610A-4BDA-B693-0AC5027DDC40}"/>
              </a:ext>
            </a:extLst>
          </p:cNvPr>
          <p:cNvSpPr>
            <a:spLocks noGrp="1"/>
          </p:cNvSpPr>
          <p:nvPr>
            <p:ph type="sldNum" sz="quarter" idx="12"/>
          </p:nvPr>
        </p:nvSpPr>
        <p:spPr/>
        <p:txBody>
          <a:bodyPr/>
          <a:lstStyle>
            <a:lvl1pPr>
              <a:defRPr/>
            </a:lvl1pPr>
          </a:lstStyle>
          <a:p>
            <a:fld id="{A1415E6F-F114-4E70-B531-65E217F627FD}" type="slidenum">
              <a:rPr lang="en-US" altLang="zh-CN"/>
              <a:pPr/>
              <a:t>‹#›</a:t>
            </a:fld>
            <a:endParaRPr lang="en-US" altLang="zh-CN"/>
          </a:p>
        </p:txBody>
      </p:sp>
    </p:spTree>
    <p:extLst>
      <p:ext uri="{BB962C8B-B14F-4D97-AF65-F5344CB8AC3E}">
        <p14:creationId xmlns:p14="http://schemas.microsoft.com/office/powerpoint/2010/main" val="25589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F91AAC-1687-47DF-8A44-5B62409AFC45}"/>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D7DE894-FEC0-4F91-9762-3E47DC734366}"/>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17CF923-1573-4599-8CD7-E7AA87502E8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1256254-44CB-4ECE-8DC7-C53BFA014710}"/>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A235E604-C0FE-45F1-BBDB-F21434A8F400}"/>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90AAE1B8-E87F-47E1-AB25-BE8E9F466298}"/>
              </a:ext>
            </a:extLst>
          </p:cNvPr>
          <p:cNvSpPr>
            <a:spLocks noGrp="1"/>
          </p:cNvSpPr>
          <p:nvPr>
            <p:ph type="sldNum" sz="quarter" idx="12"/>
          </p:nvPr>
        </p:nvSpPr>
        <p:spPr/>
        <p:txBody>
          <a:bodyPr/>
          <a:lstStyle>
            <a:lvl1pPr>
              <a:defRPr/>
            </a:lvl1pPr>
          </a:lstStyle>
          <a:p>
            <a:fld id="{30060FD9-3E18-44F3-B9C7-F5E3C4CB7E8A}" type="slidenum">
              <a:rPr lang="en-US" altLang="zh-CN"/>
              <a:pPr/>
              <a:t>‹#›</a:t>
            </a:fld>
            <a:endParaRPr lang="en-US" altLang="zh-CN"/>
          </a:p>
        </p:txBody>
      </p:sp>
    </p:spTree>
    <p:extLst>
      <p:ext uri="{BB962C8B-B14F-4D97-AF65-F5344CB8AC3E}">
        <p14:creationId xmlns:p14="http://schemas.microsoft.com/office/powerpoint/2010/main" val="169008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E9677F-18E0-4BE7-AD38-FF4AFF896CE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0BF3F47-1679-461D-947E-BDBD0C71BBF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E643F0-FCBB-49A6-820A-9721CE4A4830}"/>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80F39AB-8957-464B-AAE4-053FF80EA36B}"/>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B671B7AF-CED2-4EDE-948A-9480998DBAD1}"/>
              </a:ext>
            </a:extLst>
          </p:cNvPr>
          <p:cNvSpPr>
            <a:spLocks noGrp="1"/>
          </p:cNvSpPr>
          <p:nvPr>
            <p:ph type="sldNum" sz="quarter" idx="12"/>
          </p:nvPr>
        </p:nvSpPr>
        <p:spPr/>
        <p:txBody>
          <a:bodyPr/>
          <a:lstStyle>
            <a:lvl1pPr>
              <a:defRPr/>
            </a:lvl1pPr>
          </a:lstStyle>
          <a:p>
            <a:fld id="{0336002F-C8EC-4090-91D4-D237A0327D33}" type="slidenum">
              <a:rPr lang="en-US" altLang="zh-CN"/>
              <a:pPr/>
              <a:t>‹#›</a:t>
            </a:fld>
            <a:endParaRPr lang="en-US" altLang="zh-CN"/>
          </a:p>
        </p:txBody>
      </p:sp>
    </p:spTree>
    <p:extLst>
      <p:ext uri="{BB962C8B-B14F-4D97-AF65-F5344CB8AC3E}">
        <p14:creationId xmlns:p14="http://schemas.microsoft.com/office/powerpoint/2010/main" val="2080234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358FA9B-BB45-442E-BEF5-42D8CF8190FB}"/>
              </a:ext>
            </a:extLst>
          </p:cNvPr>
          <p:cNvSpPr>
            <a:spLocks noGrp="1"/>
          </p:cNvSpPr>
          <p:nvPr>
            <p:ph type="title" orient="vert"/>
          </p:nvPr>
        </p:nvSpPr>
        <p:spPr>
          <a:xfrm>
            <a:off x="6534150" y="533400"/>
            <a:ext cx="1924050" cy="54102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B480E50-1DAC-49E0-A603-2DB1F0BFEA78}"/>
              </a:ext>
            </a:extLst>
          </p:cNvPr>
          <p:cNvSpPr>
            <a:spLocks noGrp="1"/>
          </p:cNvSpPr>
          <p:nvPr>
            <p:ph type="body" orient="vert" idx="1"/>
          </p:nvPr>
        </p:nvSpPr>
        <p:spPr>
          <a:xfrm>
            <a:off x="762000" y="533400"/>
            <a:ext cx="5619750" cy="54102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D7412D-5EF7-4F93-B814-FE55C36818D3}"/>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03A1521B-B333-4249-8B4A-5CCF5F0AB9C3}"/>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90DBDE2B-56E0-440A-AC94-088C74C968A1}"/>
              </a:ext>
            </a:extLst>
          </p:cNvPr>
          <p:cNvSpPr>
            <a:spLocks noGrp="1"/>
          </p:cNvSpPr>
          <p:nvPr>
            <p:ph type="sldNum" sz="quarter" idx="12"/>
          </p:nvPr>
        </p:nvSpPr>
        <p:spPr/>
        <p:txBody>
          <a:bodyPr/>
          <a:lstStyle>
            <a:lvl1pPr>
              <a:defRPr/>
            </a:lvl1pPr>
          </a:lstStyle>
          <a:p>
            <a:fld id="{2EB90988-0403-44FA-B90A-535391C0759B}" type="slidenum">
              <a:rPr lang="en-US" altLang="zh-CN"/>
              <a:pPr/>
              <a:t>‹#›</a:t>
            </a:fld>
            <a:endParaRPr lang="en-US" altLang="zh-CN"/>
          </a:p>
        </p:txBody>
      </p:sp>
    </p:spTree>
    <p:extLst>
      <p:ext uri="{BB962C8B-B14F-4D97-AF65-F5344CB8AC3E}">
        <p14:creationId xmlns:p14="http://schemas.microsoft.com/office/powerpoint/2010/main" val="3514977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A20955-2417-4CEF-B56C-D32DB7A708B8}"/>
              </a:ext>
            </a:extLst>
          </p:cNvPr>
          <p:cNvSpPr>
            <a:spLocks noGrp="1"/>
          </p:cNvSpPr>
          <p:nvPr>
            <p:ph type="title"/>
          </p:nvPr>
        </p:nvSpPr>
        <p:spPr>
          <a:xfrm>
            <a:off x="762000" y="533400"/>
            <a:ext cx="7696200" cy="1143000"/>
          </a:xfrm>
        </p:spPr>
        <p:txBody>
          <a:bodyPr/>
          <a:lstStyle/>
          <a:p>
            <a:r>
              <a:rPr lang="zh-CN" altLang="en-US"/>
              <a:t>单击此处编辑母版标题样式</a:t>
            </a:r>
          </a:p>
        </p:txBody>
      </p:sp>
      <p:sp>
        <p:nvSpPr>
          <p:cNvPr id="3" name="表格占位符 2">
            <a:extLst>
              <a:ext uri="{FF2B5EF4-FFF2-40B4-BE49-F238E27FC236}">
                <a16:creationId xmlns:a16="http://schemas.microsoft.com/office/drawing/2014/main" id="{EF3F2984-3BDE-4DFC-AA7B-7963775C5697}"/>
              </a:ext>
            </a:extLst>
          </p:cNvPr>
          <p:cNvSpPr>
            <a:spLocks noGrp="1"/>
          </p:cNvSpPr>
          <p:nvPr>
            <p:ph type="tbl" idx="1"/>
          </p:nvPr>
        </p:nvSpPr>
        <p:spPr>
          <a:xfrm>
            <a:off x="762000" y="1905000"/>
            <a:ext cx="7696200" cy="4038600"/>
          </a:xfrm>
        </p:spPr>
        <p:txBody>
          <a:bodyPr/>
          <a:lstStyle/>
          <a:p>
            <a:endParaRPr lang="zh-CN" altLang="en-US"/>
          </a:p>
        </p:txBody>
      </p:sp>
      <p:sp>
        <p:nvSpPr>
          <p:cNvPr id="4" name="日期占位符 3">
            <a:extLst>
              <a:ext uri="{FF2B5EF4-FFF2-40B4-BE49-F238E27FC236}">
                <a16:creationId xmlns:a16="http://schemas.microsoft.com/office/drawing/2014/main" id="{DFA602B1-AE93-4085-8CA3-A3ED086B2993}"/>
              </a:ext>
            </a:extLst>
          </p:cNvPr>
          <p:cNvSpPr>
            <a:spLocks noGrp="1"/>
          </p:cNvSpPr>
          <p:nvPr>
            <p:ph type="dt" sz="half" idx="10"/>
          </p:nvPr>
        </p:nvSpPr>
        <p:spPr>
          <a:xfrm>
            <a:off x="762000" y="6391275"/>
            <a:ext cx="2057400" cy="457200"/>
          </a:xfrm>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63033A5A-D695-45A6-AE48-3DE0108A4564}"/>
              </a:ext>
            </a:extLst>
          </p:cNvPr>
          <p:cNvSpPr>
            <a:spLocks noGrp="1"/>
          </p:cNvSpPr>
          <p:nvPr>
            <p:ph type="ftr" sz="quarter" idx="11"/>
          </p:nvPr>
        </p:nvSpPr>
        <p:spPr>
          <a:xfrm>
            <a:off x="3352800" y="6403975"/>
            <a:ext cx="2895600" cy="457200"/>
          </a:xfrm>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153278E-1579-4F7D-B117-ED63B287C21A}"/>
              </a:ext>
            </a:extLst>
          </p:cNvPr>
          <p:cNvSpPr>
            <a:spLocks noGrp="1"/>
          </p:cNvSpPr>
          <p:nvPr>
            <p:ph type="sldNum" sz="quarter" idx="12"/>
          </p:nvPr>
        </p:nvSpPr>
        <p:spPr>
          <a:xfrm>
            <a:off x="6858000" y="6400800"/>
            <a:ext cx="1600200" cy="457200"/>
          </a:xfrm>
        </p:spPr>
        <p:txBody>
          <a:bodyPr/>
          <a:lstStyle>
            <a:lvl1pPr>
              <a:defRPr/>
            </a:lvl1pPr>
          </a:lstStyle>
          <a:p>
            <a:fld id="{8F9D298C-19F1-43D1-A520-CA35061E5A28}" type="slidenum">
              <a:rPr lang="en-US" altLang="zh-CN"/>
              <a:pPr/>
              <a:t>‹#›</a:t>
            </a:fld>
            <a:endParaRPr lang="en-US" altLang="zh-CN"/>
          </a:p>
        </p:txBody>
      </p:sp>
    </p:spTree>
    <p:extLst>
      <p:ext uri="{BB962C8B-B14F-4D97-AF65-F5344CB8AC3E}">
        <p14:creationId xmlns:p14="http://schemas.microsoft.com/office/powerpoint/2010/main" val="11657019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F28630-B14E-4A4F-A7B4-B4757C92A5F5}"/>
              </a:ext>
            </a:extLst>
          </p:cNvPr>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751CB07-7C3C-4EAF-BCE2-7B953B1B88EC}"/>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21489200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667D3E-DA04-4C36-855C-99F2BECDADA7}"/>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C8FEECA-3941-4B62-9A4D-C0A782098278}"/>
              </a:ext>
            </a:extLst>
          </p:cNvPr>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3373378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F9CAD3-1324-4060-BABF-CA4478C01FE0}"/>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C06B5D3-6707-48B6-8F39-5559533C657C}"/>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2033532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59E9A9-08F7-46D8-A544-B21D79E76824}"/>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1A23AED-A730-4519-98E2-5E3300068692}"/>
              </a:ext>
            </a:extLst>
          </p:cNvPr>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888D5EC-19CD-411A-8AB6-F2DF7B9A5A2D}"/>
              </a:ext>
            </a:extLst>
          </p:cNvPr>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7795473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83EB84-2752-4E15-A195-0351FCF36665}"/>
              </a:ext>
            </a:extLst>
          </p:cNvPr>
          <p:cNvSpPr>
            <a:spLocks noGrp="1"/>
          </p:cNvSpPr>
          <p:nvPr>
            <p:ph type="title"/>
          </p:nvPr>
        </p:nvSpPr>
        <p:spPr>
          <a:xfrm>
            <a:off x="630238" y="365125"/>
            <a:ext cx="78867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B77CA14-B3FA-412D-828D-238BFFE658AD}"/>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5D4E681-B144-4BF9-AC4F-A9459472AA55}"/>
              </a:ext>
            </a:extLst>
          </p:cNvPr>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2C2BD18-EFC2-4CEC-A8ED-95E83F78AC0B}"/>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D336B3E-70C4-4ECF-A1CE-A893DCE90A0A}"/>
              </a:ext>
            </a:extLst>
          </p:cNvPr>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6523181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E039BD-4DD1-4EE0-A084-3660A5E6BFBA}"/>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346970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2315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948CF0-D68B-4BB2-94F4-2249DC5F4EA1}"/>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161A1F4-9F47-4CFA-BF18-01AA9BEAC9C2}"/>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0932246-48E3-402D-A36E-226C23E77F9E}"/>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37400241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2F83D0-B75F-44E6-BC0B-91F5E9ACBAC2}"/>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69FD649-1F55-4ED2-BB42-C9D802CF7EBF}"/>
              </a:ext>
            </a:extLst>
          </p:cNvPr>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9EC9004-8D30-4219-9ACF-0C2D6EE04609}"/>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33735089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F42D91-1ED9-471C-A42A-76F0613251E6}"/>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00A9E08-BA57-441B-96FC-A5DD1A75B58F}"/>
              </a:ext>
            </a:extLst>
          </p:cNvPr>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429474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F9842CF-B3F5-4061-ADD2-1280EE83B68B}"/>
              </a:ext>
            </a:extLst>
          </p:cNvPr>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0D21D9B-FB3C-448F-9573-5DB8022D4A4C}"/>
              </a:ext>
            </a:extLst>
          </p:cNvPr>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37319592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theme" Target="../theme/theme2.xml"/><Relationship Id="rId13" Type="http://schemas.openxmlformats.org/officeDocument/2006/relationships/image" Target="../media/image1.jpe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6B1C200-D1EF-4F3D-A1C0-0092408455B5}"/>
              </a:ext>
            </a:extLst>
          </p:cNvPr>
          <p:cNvSpPr>
            <a:spLocks noGrp="1" noChangeArrowheads="1"/>
          </p:cNvSpPr>
          <p:nvPr>
            <p:ph type="title"/>
          </p:nvPr>
        </p:nvSpPr>
        <p:spPr bwMode="auto">
          <a:xfrm>
            <a:off x="762000" y="533400"/>
            <a:ext cx="7696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43011" name="Rectangle 3">
            <a:extLst>
              <a:ext uri="{FF2B5EF4-FFF2-40B4-BE49-F238E27FC236}">
                <a16:creationId xmlns:a16="http://schemas.microsoft.com/office/drawing/2014/main" id="{26C88D6D-4CBD-4DE3-BFF2-D2C49408B19A}"/>
              </a:ext>
            </a:extLst>
          </p:cNvPr>
          <p:cNvSpPr>
            <a:spLocks noGrp="1" noChangeArrowheads="1"/>
          </p:cNvSpPr>
          <p:nvPr>
            <p:ph type="body" idx="1"/>
          </p:nvPr>
        </p:nvSpPr>
        <p:spPr bwMode="auto">
          <a:xfrm>
            <a:off x="762000" y="1905000"/>
            <a:ext cx="7696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43012" name="Rectangle 4">
            <a:extLst>
              <a:ext uri="{FF2B5EF4-FFF2-40B4-BE49-F238E27FC236}">
                <a16:creationId xmlns:a16="http://schemas.microsoft.com/office/drawing/2014/main" id="{F19D58D0-6969-448C-B008-AE5F64C0447B}"/>
              </a:ext>
            </a:extLst>
          </p:cNvPr>
          <p:cNvSpPr>
            <a:spLocks noGrp="1" noChangeArrowheads="1"/>
          </p:cNvSpPr>
          <p:nvPr>
            <p:ph type="dt" sz="half" idx="2"/>
          </p:nvPr>
        </p:nvSpPr>
        <p:spPr bwMode="auto">
          <a:xfrm>
            <a:off x="762000" y="6391275"/>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ea typeface="宋体" panose="02010600030101010101" pitchFamily="2" charset="-122"/>
              </a:defRPr>
            </a:lvl1pPr>
          </a:lstStyle>
          <a:p>
            <a:endParaRPr lang="en-US" altLang="zh-CN"/>
          </a:p>
        </p:txBody>
      </p:sp>
      <p:sp>
        <p:nvSpPr>
          <p:cNvPr id="43013" name="Rectangle 5">
            <a:extLst>
              <a:ext uri="{FF2B5EF4-FFF2-40B4-BE49-F238E27FC236}">
                <a16:creationId xmlns:a16="http://schemas.microsoft.com/office/drawing/2014/main" id="{8A1ACC7D-1DED-443A-BE9E-AA23FF6ADBC3}"/>
              </a:ext>
            </a:extLst>
          </p:cNvPr>
          <p:cNvSpPr>
            <a:spLocks noGrp="1" noChangeArrowheads="1"/>
          </p:cNvSpPr>
          <p:nvPr>
            <p:ph type="ftr" sz="quarter" idx="3"/>
          </p:nvPr>
        </p:nvSpPr>
        <p:spPr bwMode="auto">
          <a:xfrm>
            <a:off x="3352800" y="6403975"/>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ea typeface="宋体" panose="02010600030101010101" pitchFamily="2" charset="-122"/>
              </a:defRPr>
            </a:lvl1pPr>
          </a:lstStyle>
          <a:p>
            <a:endParaRPr lang="en-US" altLang="zh-CN"/>
          </a:p>
        </p:txBody>
      </p:sp>
      <p:sp>
        <p:nvSpPr>
          <p:cNvPr id="43014" name="Rectangle 6">
            <a:extLst>
              <a:ext uri="{FF2B5EF4-FFF2-40B4-BE49-F238E27FC236}">
                <a16:creationId xmlns:a16="http://schemas.microsoft.com/office/drawing/2014/main" id="{D7093165-E86D-464C-80AF-62975CA5DFB1}"/>
              </a:ext>
            </a:extLst>
          </p:cNvPr>
          <p:cNvSpPr>
            <a:spLocks noGrp="1" noChangeArrowheads="1"/>
          </p:cNvSpPr>
          <p:nvPr>
            <p:ph type="sldNum" sz="quarter" idx="4"/>
          </p:nvPr>
        </p:nvSpPr>
        <p:spPr bwMode="auto">
          <a:xfrm>
            <a:off x="6858000" y="64008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ea typeface="宋体" panose="02010600030101010101" pitchFamily="2" charset="-122"/>
              </a:defRPr>
            </a:lvl1pPr>
          </a:lstStyle>
          <a:p>
            <a:fld id="{67592ABD-9315-4E0B-82D6-C947537A7AED}" type="slidenum">
              <a:rPr lang="en-US" altLang="zh-CN"/>
              <a:pPr/>
              <a:t>‹#›</a:t>
            </a:fld>
            <a:endParaRPr lang="en-US" altLang="zh-CN"/>
          </a:p>
        </p:txBody>
      </p:sp>
      <p:grpSp>
        <p:nvGrpSpPr>
          <p:cNvPr id="43015" name="Group 7">
            <a:extLst>
              <a:ext uri="{FF2B5EF4-FFF2-40B4-BE49-F238E27FC236}">
                <a16:creationId xmlns:a16="http://schemas.microsoft.com/office/drawing/2014/main" id="{ECC72491-29F0-4F70-A31D-11C923B70569}"/>
              </a:ext>
            </a:extLst>
          </p:cNvPr>
          <p:cNvGrpSpPr>
            <a:grpSpLocks/>
          </p:cNvGrpSpPr>
          <p:nvPr/>
        </p:nvGrpSpPr>
        <p:grpSpPr bwMode="auto">
          <a:xfrm>
            <a:off x="168275" y="228600"/>
            <a:ext cx="8823325" cy="6096000"/>
            <a:chOff x="106" y="144"/>
            <a:chExt cx="5558" cy="3840"/>
          </a:xfrm>
        </p:grpSpPr>
        <p:sp>
          <p:nvSpPr>
            <p:cNvPr id="43016" name="AutoShape 8">
              <a:extLst>
                <a:ext uri="{FF2B5EF4-FFF2-40B4-BE49-F238E27FC236}">
                  <a16:creationId xmlns:a16="http://schemas.microsoft.com/office/drawing/2014/main" id="{7598E521-4A07-4AAC-A002-EEE4F090D019}"/>
                </a:ext>
              </a:extLst>
            </p:cNvPr>
            <p:cNvSpPr>
              <a:spLocks noChangeArrowheads="1"/>
            </p:cNvSpPr>
            <p:nvPr/>
          </p:nvSpPr>
          <p:spPr bwMode="auto">
            <a:xfrm>
              <a:off x="106" y="144"/>
              <a:ext cx="5558" cy="3840"/>
            </a:xfrm>
            <a:prstGeom prst="roundRect">
              <a:avLst>
                <a:gd name="adj" fmla="val 11046"/>
              </a:avLst>
            </a:prstGeom>
            <a:noFill/>
            <a:ln w="2857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400">
                <a:latin typeface="Times New Roman" panose="02020603050405020304" pitchFamily="18" charset="0"/>
              </a:endParaRPr>
            </a:p>
          </p:txBody>
        </p:sp>
        <p:sp>
          <p:nvSpPr>
            <p:cNvPr id="43017" name="Line 9">
              <a:extLst>
                <a:ext uri="{FF2B5EF4-FFF2-40B4-BE49-F238E27FC236}">
                  <a16:creationId xmlns:a16="http://schemas.microsoft.com/office/drawing/2014/main" id="{7347DB4E-99A0-4651-AA0A-144D98947DE1}"/>
                </a:ext>
              </a:extLst>
            </p:cNvPr>
            <p:cNvSpPr>
              <a:spLocks noChangeShapeType="1"/>
            </p:cNvSpPr>
            <p:nvPr/>
          </p:nvSpPr>
          <p:spPr bwMode="auto">
            <a:xfrm>
              <a:off x="480" y="1077"/>
              <a:ext cx="4848" cy="0"/>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652"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75" r:id="rId12"/>
  </p:sldLayoutIdLst>
  <p:txStyles>
    <p:titleStyle>
      <a:lvl1pPr algn="l" rtl="0" fontAlgn="base">
        <a:spcBef>
          <a:spcPct val="0"/>
        </a:spcBef>
        <a:spcAft>
          <a:spcPct val="0"/>
        </a:spcAft>
        <a:defRPr sz="3300" kern="1200">
          <a:solidFill>
            <a:schemeClr val="tx2"/>
          </a:solidFill>
          <a:latin typeface="+mj-lt"/>
          <a:ea typeface="+mj-ea"/>
          <a:cs typeface="+mj-cs"/>
        </a:defRPr>
      </a:lvl1pPr>
      <a:lvl2pPr algn="l" rtl="0" fontAlgn="base">
        <a:spcBef>
          <a:spcPct val="0"/>
        </a:spcBef>
        <a:spcAft>
          <a:spcPct val="0"/>
        </a:spcAft>
        <a:defRPr sz="3300">
          <a:solidFill>
            <a:schemeClr val="tx2"/>
          </a:solidFill>
          <a:latin typeface="Arial Black" panose="020B0A04020102020204" pitchFamily="34" charset="0"/>
        </a:defRPr>
      </a:lvl2pPr>
      <a:lvl3pPr algn="l" rtl="0" fontAlgn="base">
        <a:spcBef>
          <a:spcPct val="0"/>
        </a:spcBef>
        <a:spcAft>
          <a:spcPct val="0"/>
        </a:spcAft>
        <a:defRPr sz="3300">
          <a:solidFill>
            <a:schemeClr val="tx2"/>
          </a:solidFill>
          <a:latin typeface="Arial Black" panose="020B0A04020102020204" pitchFamily="34" charset="0"/>
        </a:defRPr>
      </a:lvl3pPr>
      <a:lvl4pPr algn="l" rtl="0" fontAlgn="base">
        <a:spcBef>
          <a:spcPct val="0"/>
        </a:spcBef>
        <a:spcAft>
          <a:spcPct val="0"/>
        </a:spcAft>
        <a:defRPr sz="3300">
          <a:solidFill>
            <a:schemeClr val="tx2"/>
          </a:solidFill>
          <a:latin typeface="Arial Black" panose="020B0A04020102020204" pitchFamily="34" charset="0"/>
        </a:defRPr>
      </a:lvl4pPr>
      <a:lvl5pPr algn="l" rtl="0" fontAlgn="base">
        <a:spcBef>
          <a:spcPct val="0"/>
        </a:spcBef>
        <a:spcAft>
          <a:spcPct val="0"/>
        </a:spcAft>
        <a:defRPr sz="3300">
          <a:solidFill>
            <a:schemeClr val="tx2"/>
          </a:solidFill>
          <a:latin typeface="Arial Black" panose="020B0A04020102020204" pitchFamily="34" charset="0"/>
        </a:defRPr>
      </a:lvl5pPr>
      <a:lvl6pPr marL="457200" algn="l" rtl="0" fontAlgn="base">
        <a:spcBef>
          <a:spcPct val="0"/>
        </a:spcBef>
        <a:spcAft>
          <a:spcPct val="0"/>
        </a:spcAft>
        <a:defRPr sz="3300">
          <a:solidFill>
            <a:schemeClr val="tx2"/>
          </a:solidFill>
          <a:latin typeface="Arial Black" panose="020B0A04020102020204" pitchFamily="34" charset="0"/>
        </a:defRPr>
      </a:lvl6pPr>
      <a:lvl7pPr marL="914400" algn="l" rtl="0" fontAlgn="base">
        <a:spcBef>
          <a:spcPct val="0"/>
        </a:spcBef>
        <a:spcAft>
          <a:spcPct val="0"/>
        </a:spcAft>
        <a:defRPr sz="3300">
          <a:solidFill>
            <a:schemeClr val="tx2"/>
          </a:solidFill>
          <a:latin typeface="Arial Black" panose="020B0A04020102020204" pitchFamily="34" charset="0"/>
        </a:defRPr>
      </a:lvl7pPr>
      <a:lvl8pPr marL="1371600" algn="l" rtl="0" fontAlgn="base">
        <a:spcBef>
          <a:spcPct val="0"/>
        </a:spcBef>
        <a:spcAft>
          <a:spcPct val="0"/>
        </a:spcAft>
        <a:defRPr sz="3300">
          <a:solidFill>
            <a:schemeClr val="tx2"/>
          </a:solidFill>
          <a:latin typeface="Arial Black" panose="020B0A04020102020204" pitchFamily="34" charset="0"/>
        </a:defRPr>
      </a:lvl8pPr>
      <a:lvl9pPr marL="1828800" algn="l" rtl="0" fontAlgn="base">
        <a:spcBef>
          <a:spcPct val="0"/>
        </a:spcBef>
        <a:spcAft>
          <a:spcPct val="0"/>
        </a:spcAft>
        <a:defRPr sz="3300">
          <a:solidFill>
            <a:schemeClr val="tx2"/>
          </a:solidFill>
          <a:latin typeface="Arial Black" panose="020B0A04020102020204" pitchFamily="34" charset="0"/>
        </a:defRPr>
      </a:lvl9pPr>
    </p:titleStyle>
    <p:bodyStyle>
      <a:lvl1pPr marL="342900" indent="-342900" algn="l" rtl="0" fontAlgn="base">
        <a:spcBef>
          <a:spcPct val="20000"/>
        </a:spcBef>
        <a:spcAft>
          <a:spcPct val="0"/>
        </a:spcAft>
        <a:buClr>
          <a:schemeClr val="bg2"/>
        </a:buClr>
        <a:buSzPct val="70000"/>
        <a:buFont typeface="Wingdings" panose="05000000000000000000" pitchFamily="2" charset="2"/>
        <a:buChar char="l"/>
        <a:defRPr sz="31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150000"/>
        <a:buChar char="•"/>
        <a:defRPr sz="2600" kern="1200">
          <a:solidFill>
            <a:schemeClr val="tx1"/>
          </a:solidFill>
          <a:latin typeface="+mn-lt"/>
          <a:ea typeface="+mn-ea"/>
          <a:cs typeface="+mn-cs"/>
        </a:defRPr>
      </a:lvl2pPr>
      <a:lvl3pPr marL="1143000" indent="-228600" algn="l" rtl="0" fontAlgn="base">
        <a:spcBef>
          <a:spcPct val="20000"/>
        </a:spcBef>
        <a:spcAft>
          <a:spcPct val="0"/>
        </a:spcAft>
        <a:buClr>
          <a:schemeClr val="tx1"/>
        </a:buClr>
        <a:buSzPct val="150000"/>
        <a:buChar char="•"/>
        <a:defRPr sz="2200" kern="1200">
          <a:solidFill>
            <a:schemeClr val="tx1"/>
          </a:solidFill>
          <a:latin typeface="+mn-lt"/>
          <a:ea typeface="+mn-ea"/>
          <a:cs typeface="+mn-cs"/>
        </a:defRPr>
      </a:lvl3pPr>
      <a:lvl4pPr marL="1600200" indent="-228600" algn="l" rtl="0" fontAlgn="base">
        <a:spcBef>
          <a:spcPct val="20000"/>
        </a:spcBef>
        <a:spcAft>
          <a:spcPct val="0"/>
        </a:spcAft>
        <a:buClr>
          <a:schemeClr val="tx2"/>
        </a:buClr>
        <a:buSzPct val="150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SzPct val="15000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ga.wa.gov/PCA/Manual.ht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ga.wa.gov/eas/doc-form.ht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a:extLst>
              <a:ext uri="{FF2B5EF4-FFF2-40B4-BE49-F238E27FC236}">
                <a16:creationId xmlns:a16="http://schemas.microsoft.com/office/drawing/2014/main" id="{FB362A75-157B-4D3F-988C-4DDC9F58F75C}"/>
              </a:ext>
            </a:extLst>
          </p:cNvPr>
          <p:cNvSpPr txBox="1">
            <a:spLocks noChangeArrowheads="1"/>
          </p:cNvSpPr>
          <p:nvPr/>
        </p:nvSpPr>
        <p:spPr bwMode="auto">
          <a:xfrm>
            <a:off x="1219200" y="609600"/>
            <a:ext cx="75342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18000"/>
              </a:lnSpc>
              <a:spcBef>
                <a:spcPts val="0"/>
              </a:spcBef>
              <a:spcAft>
                <a:spcPts val="0"/>
              </a:spcAft>
              <a:defRPr sz="4800">
                <a:solidFill>
                  <a:srgbClr val="000000"/>
                </a:solidFill>
                <a:latin typeface="Tahoma"/>
              </a:defRPr>
            </a:pPr>
            <a:r>
              <a:rPr sz="4800">
                <a:solidFill>
                  <a:srgbClr val="000000"/>
                </a:solidFill>
                <a:latin typeface="Tahoma"/>
              </a:rPr>
              <a:t>小型工程承包</a:t>
            </a:r>
          </a:p>
        </p:txBody>
      </p:sp>
      <p:sp>
        <p:nvSpPr>
          <p:cNvPr id="90115" name="Text Box 3">
            <a:extLst>
              <a:ext uri="{FF2B5EF4-FFF2-40B4-BE49-F238E27FC236}">
                <a16:creationId xmlns:a16="http://schemas.microsoft.com/office/drawing/2014/main" id="{74EE7D32-AF31-4854-AB45-172457660CDB}"/>
              </a:ext>
            </a:extLst>
          </p:cNvPr>
          <p:cNvSpPr txBox="1">
            <a:spLocks noChangeArrowheads="1"/>
          </p:cNvSpPr>
          <p:nvPr/>
        </p:nvSpPr>
        <p:spPr bwMode="auto">
          <a:xfrm>
            <a:off x="1981200" y="1828800"/>
            <a:ext cx="6248400" cy="448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marL="177800" indent="-1778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18000"/>
              </a:lnSpc>
              <a:spcBef>
                <a:spcPts val="0"/>
              </a:spcBef>
              <a:spcAft>
                <a:spcPts val="0"/>
              </a:spcAft>
              <a:defRPr sz="1800">
                <a:solidFill>
                  <a:srgbClr val="000000"/>
                </a:solidFill>
                <a:latin typeface="Arial"/>
              </a:defRPr>
            </a:pPr>
            <a:r>
              <a:rPr sz="1800">
                <a:solidFill>
                  <a:srgbClr val="000000"/>
                </a:solidFill>
                <a:latin typeface="Arial"/>
              </a:rPr>
              <a:t>使命</a:t>
            </a:r>
          </a:p>
          <a:p>
            <a:pPr>
              <a:lnSpc>
                <a:spcPct val="118000"/>
              </a:lnSpc>
              <a:spcBef>
                <a:spcPts val="0"/>
              </a:spcBef>
              <a:spcAft>
                <a:spcPts val="0"/>
              </a:spcAft>
              <a:defRPr sz="1800">
                <a:solidFill>
                  <a:srgbClr val="000000"/>
                </a:solidFill>
                <a:latin typeface="Arial"/>
              </a:defRPr>
            </a:pPr>
            <a:r>
              <a:rPr sz="1800">
                <a:solidFill>
                  <a:srgbClr val="000000"/>
                </a:solidFill>
                <a:latin typeface="Arial"/>
              </a:rPr>
              <a:t>GA 帮助客户取得成功</a:t>
            </a:r>
          </a:p>
          <a:p>
            <a:pPr>
              <a:lnSpc>
                <a:spcPct val="118000"/>
              </a:lnSpc>
              <a:spcBef>
                <a:spcPts val="0"/>
              </a:spcBef>
              <a:spcAft>
                <a:spcPts val="0"/>
              </a:spcAft>
              <a:defRPr sz="1800">
                <a:solidFill>
                  <a:srgbClr val="000000"/>
                </a:solidFill>
                <a:latin typeface="Arial"/>
              </a:defRPr>
            </a:pPr>
            <a:r>
              <a:rPr sz="1800">
                <a:solidFill>
                  <a:srgbClr val="000000"/>
                </a:solidFill>
                <a:latin typeface="Arial"/>
              </a:rPr>
              <a:t>愿景</a:t>
            </a:r>
          </a:p>
          <a:p>
            <a:pPr>
              <a:lnSpc>
                <a:spcPct val="118000"/>
              </a:lnSpc>
              <a:spcBef>
                <a:spcPts val="0"/>
              </a:spcBef>
              <a:spcAft>
                <a:spcPts val="0"/>
              </a:spcAft>
              <a:defRPr sz="1800">
                <a:solidFill>
                  <a:srgbClr val="000000"/>
                </a:solidFill>
                <a:latin typeface="Arial"/>
              </a:defRPr>
            </a:pPr>
            <a:r>
              <a:rPr sz="1800">
                <a:solidFill>
                  <a:srgbClr val="000000"/>
                </a:solidFill>
                <a:latin typeface="Arial"/>
              </a:rPr>
              <a:t>客户寻求并珍视我们的服务与专业知识</a:t>
            </a:r>
          </a:p>
          <a:p>
            <a:pPr>
              <a:lnSpc>
                <a:spcPct val="118000"/>
              </a:lnSpc>
              <a:spcBef>
                <a:spcPts val="0"/>
              </a:spcBef>
              <a:spcAft>
                <a:spcPts val="0"/>
              </a:spcAft>
              <a:defRPr sz="1800">
                <a:solidFill>
                  <a:srgbClr val="000000"/>
                </a:solidFill>
                <a:latin typeface="Arial"/>
              </a:defRPr>
            </a:pPr>
            <a:r>
              <a:rPr sz="1800">
                <a:solidFill>
                  <a:srgbClr val="000000"/>
                </a:solidFill>
                <a:latin typeface="Arial"/>
              </a:rPr>
              <a:t>外界认可我们的创新与高效。</a:t>
            </a:r>
          </a:p>
          <a:p>
            <a:pPr>
              <a:lnSpc>
                <a:spcPct val="118000"/>
              </a:lnSpc>
              <a:spcBef>
                <a:spcPts val="0"/>
              </a:spcBef>
              <a:spcAft>
                <a:spcPts val="0"/>
              </a:spcAft>
              <a:defRPr sz="1800">
                <a:solidFill>
                  <a:srgbClr val="000000"/>
                </a:solidFill>
                <a:latin typeface="Arial"/>
              </a:defRPr>
            </a:pPr>
            <a:r>
              <a:rPr sz="1800">
                <a:solidFill>
                  <a:srgbClr val="000000"/>
                </a:solidFill>
                <a:latin typeface="Arial"/>
              </a:rPr>
              <a:t>人们渴望在此工作。</a:t>
            </a:r>
          </a:p>
          <a:p>
            <a:pPr>
              <a:lnSpc>
                <a:spcPct val="118000"/>
              </a:lnSpc>
              <a:spcBef>
                <a:spcPts val="0"/>
              </a:spcBef>
              <a:spcAft>
                <a:spcPts val="0"/>
              </a:spcAft>
              <a:defRPr sz="1800">
                <a:solidFill>
                  <a:srgbClr val="000000"/>
                </a:solidFill>
                <a:latin typeface="Arial"/>
              </a:defRPr>
            </a:pPr>
            <a:r>
              <a:rPr sz="1800">
                <a:solidFill>
                  <a:srgbClr val="000000"/>
                </a:solidFill>
                <a:latin typeface="Arial"/>
              </a:rPr>
              <a:t>约翰·林奇与罗兰·奥瑞</a:t>
            </a:r>
          </a:p>
          <a:p>
            <a:pPr>
              <a:lnSpc>
                <a:spcPct val="118000"/>
              </a:lnSpc>
              <a:spcBef>
                <a:spcPts val="0"/>
              </a:spcBef>
              <a:spcAft>
                <a:spcPts val="0"/>
              </a:spcAft>
              <a:defRPr sz="1800">
                <a:solidFill>
                  <a:srgbClr val="000000"/>
                </a:solidFill>
                <a:latin typeface="Arial"/>
              </a:defRPr>
            </a:pPr>
            <a:r>
              <a:rPr sz="1800">
                <a:solidFill>
                  <a:srgbClr val="000000"/>
                </a:solidFill>
                <a:latin typeface="Arial"/>
              </a:rPr>
              <a:t>华盛顿州</a:t>
            </a:r>
          </a:p>
          <a:p>
            <a:pPr>
              <a:lnSpc>
                <a:spcPct val="118000"/>
              </a:lnSpc>
              <a:spcBef>
                <a:spcPts val="0"/>
              </a:spcBef>
              <a:spcAft>
                <a:spcPts val="0"/>
              </a:spcAft>
              <a:defRPr sz="1800">
                <a:solidFill>
                  <a:srgbClr val="000000"/>
                </a:solidFill>
                <a:latin typeface="Arial"/>
              </a:defRPr>
            </a:pPr>
            <a:r>
              <a:rPr sz="1800">
                <a:solidFill>
                  <a:srgbClr val="000000"/>
                </a:solidFill>
                <a:latin typeface="Arial"/>
              </a:rPr>
              <a:t>工程与建筑服务处</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E8DC89E-20F1-40A0-B499-117B45B820C7}"/>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500">
                <a:solidFill>
                  <a:srgbClr val="000000"/>
                </a:solidFill>
                <a:latin typeface="Microsoft YaHei"/>
              </a:defRPr>
            </a:pPr>
            <a:r>
              <a:rPr sz="2500">
                <a:solidFill>
                  <a:srgbClr val="000000"/>
                </a:solidFill>
                <a:latin typeface="Microsoft YaHei"/>
              </a:rPr>
              <a:t>工程与建筑服务处</a:t>
            </a:r>
          </a:p>
        </p:txBody>
      </p:sp>
      <p:sp>
        <p:nvSpPr>
          <p:cNvPr id="5123" name="Rectangle 3">
            <a:extLst>
              <a:ext uri="{FF2B5EF4-FFF2-40B4-BE49-F238E27FC236}">
                <a16:creationId xmlns:a16="http://schemas.microsoft.com/office/drawing/2014/main" id="{B8A67E0C-7C85-4955-BD09-327E9E5DA781}"/>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设计与施工项目管理</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能源绩效合同</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我们为多个主要州级机构提供服务</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社区学院 - 33个校区</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惩教部</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社会与健康服务部</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退伍军人事务部</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华盛顿州巡警队</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综合管理部</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约20个其他小型机构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6ABEF07-9DF4-48E3-8B00-E05D8C7F19E9}"/>
              </a:ext>
            </a:extLst>
          </p:cNvPr>
          <p:cNvSpPr>
            <a:spLocks noGrp="1" noChangeArrowheads="1"/>
          </p:cNvSpPr>
          <p:nvPr>
            <p:ph type="title"/>
          </p:nvPr>
        </p:nvSpPr>
        <p:spPr>
          <a:xfrm>
            <a:off x="762000" y="533400"/>
            <a:ext cx="7696200" cy="9906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今日目标</a:t>
            </a:r>
          </a:p>
        </p:txBody>
      </p:sp>
      <p:sp>
        <p:nvSpPr>
          <p:cNvPr id="6147" name="Rectangle 3">
            <a:extLst>
              <a:ext uri="{FF2B5EF4-FFF2-40B4-BE49-F238E27FC236}">
                <a16:creationId xmlns:a16="http://schemas.microsoft.com/office/drawing/2014/main" id="{F97C4EE1-86DA-4075-A35D-5F1A69967C98}"/>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举例说明何时应遵循公共工程采购流程与一般采购流程</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概述公共工程流程因项目规模和性质不同而产生的主要差异</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探讨总务部针对小型公共工程项目所采用的“有限公共工程”流程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48DC163-E786-41DB-9ED5-B800C05C516F}"/>
              </a:ext>
            </a:extLst>
          </p:cNvPr>
          <p:cNvSpPr>
            <a:spLocks noGrp="1" noChangeArrowheads="1"/>
          </p:cNvSpPr>
          <p:nvPr>
            <p:ph type="title"/>
          </p:nvPr>
        </p:nvSpPr>
        <p:spPr>
          <a:xfrm>
            <a:off x="762000" y="533400"/>
            <a:ext cx="7696200" cy="8382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公共工程的特征</a:t>
            </a:r>
          </a:p>
        </p:txBody>
      </p:sp>
      <p:sp>
        <p:nvSpPr>
          <p:cNvPr id="7171" name="Rectangle 3">
            <a:extLst>
              <a:ext uri="{FF2B5EF4-FFF2-40B4-BE49-F238E27FC236}">
                <a16:creationId xmlns:a16="http://schemas.microsoft.com/office/drawing/2014/main" id="{432FAC81-9588-4EF4-B2C1-2030DE3C22EA}"/>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工程在公共财产上实施</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工作内容超出“常规维护”范畴</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工程通常需要申请建筑许可证</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人工成本占工程总成本的显著比例</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项目成本规模与资金来源并非界定公共工程的决定因素</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3B57F83-CC73-46D7-9338-199FA92148AA}"/>
              </a:ext>
            </a:extLst>
          </p:cNvPr>
          <p:cNvSpPr>
            <a:spLocks noGrp="1" noChangeArrowheads="1"/>
          </p:cNvSpPr>
          <p:nvPr>
            <p:ph type="title"/>
          </p:nvPr>
        </p:nvSpPr>
        <p:spPr>
          <a:xfrm>
            <a:off x="762000" y="533400"/>
            <a:ext cx="7696200" cy="8382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州法规参考</a:t>
            </a:r>
          </a:p>
        </p:txBody>
      </p:sp>
      <p:sp>
        <p:nvSpPr>
          <p:cNvPr id="8195" name="Rectangle 3">
            <a:extLst>
              <a:ext uri="{FF2B5EF4-FFF2-40B4-BE49-F238E27FC236}">
                <a16:creationId xmlns:a16="http://schemas.microsoft.com/office/drawing/2014/main" id="{9B1490A2-86DA-4673-94F9-C8C777182ACA}"/>
              </a:ext>
            </a:extLst>
          </p:cNvPr>
          <p:cNvSpPr>
            <a:spLocks noGrp="1" noChangeArrowheads="1"/>
          </p:cNvSpPr>
          <p:nvPr>
            <p:ph type="body" idx="1"/>
          </p:nvPr>
        </p:nvSpPr>
        <p:spPr>
          <a:xfrm>
            <a:off x="457200" y="1676400"/>
            <a:ext cx="8178800" cy="4381500"/>
          </a:xfrm>
        </p:spPr>
        <p:txBody>
          <a:bodyPr wrap="square">
            <a:noAutofit/>
          </a:bodyPr>
          <a:lstStyle/>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RCW 39.04		公共工程</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RCW 39.06		要求持证承包商</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RCW 39.10		替代性公共工程</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RCW 39.12		现行工资标准</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RCW 39.80		建筑师/工程师合同</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RCW 43.19		一般行政管理</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RCW 60.28		劳工、税款等的留置权</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RCW 39.34		地方间合作法案</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RCW 28A		学区</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RCW 35		县</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RCW 36		市</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1442" name="Picture 2">
            <a:extLst>
              <a:ext uri="{FF2B5EF4-FFF2-40B4-BE49-F238E27FC236}">
                <a16:creationId xmlns:a16="http://schemas.microsoft.com/office/drawing/2014/main" id="{4252BEAC-C245-4AD4-982F-8E1114F918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9334"/>
          <a:stretch>
            <a:fillRect/>
          </a:stretch>
        </p:blipFill>
        <p:spPr bwMode="auto">
          <a:xfrm>
            <a:off x="1828800" y="1981200"/>
            <a:ext cx="5715000" cy="3886200"/>
          </a:xfrm>
          <a:prstGeom prst="rect">
            <a:avLst/>
          </a:prstGeom>
          <a:noFill/>
          <a:extLst>
            <a:ext uri="{909E8E84-426E-40DD-AFC4-6F175D3DCCD1}">
              <a14:hiddenFill xmlns:a14="http://schemas.microsoft.com/office/drawing/2010/main">
                <a:solidFill>
                  <a:srgbClr val="FFFFFF"/>
                </a:solidFill>
              </a14:hiddenFill>
            </a:ext>
          </a:extLst>
        </p:spPr>
      </p:pic>
      <p:sp>
        <p:nvSpPr>
          <p:cNvPr id="61443" name="Rectangle 3">
            <a:extLst>
              <a:ext uri="{FF2B5EF4-FFF2-40B4-BE49-F238E27FC236}">
                <a16:creationId xmlns:a16="http://schemas.microsoft.com/office/drawing/2014/main" id="{09311435-9972-4205-A381-9CD85081087E}"/>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900">
                <a:solidFill>
                  <a:srgbClr val="000000"/>
                </a:solidFill>
                <a:latin typeface="Microsoft YaHei"/>
              </a:defRPr>
            </a:pPr>
            <a:r>
              <a:rPr sz="2900">
                <a:solidFill>
                  <a:srgbClr val="000000"/>
                </a:solidFill>
                <a:latin typeface="Microsoft YaHei"/>
              </a:rPr>
              <a:t>示例项目 #1</a:t>
            </a:r>
          </a:p>
        </p:txBody>
      </p:sp>
      <p:sp>
        <p:nvSpPr>
          <p:cNvPr id="61444" name="TextBox 61443"/>
          <p:cNvSpPr txBox="1"/>
          <p:nvPr/>
        </p:nvSpPr>
        <p:spPr>
          <a:xfrm>
            <a:off x="1828800" y="1981200"/>
            <a:ext cx="5715000" cy="3886200"/>
          </a:xfrm>
          <a:prstGeom prst="rect">
            <a:avLst/>
          </a:prstGeom>
          <a:noFill/>
        </p:spPr>
        <p:txBody>
          <a:bodyPr wrap="square">
            <a:noAutofit/>
          </a:bodyPr>
          <a:lstStyle/>
          <a:p>
            <a:pPr>
              <a:lnSpc>
                <a:spcPct val="118000"/>
              </a:lnSpc>
              <a:spcBef>
                <a:spcPts val="0"/>
              </a:spcBef>
              <a:spcAft>
                <a:spcPts val="0"/>
              </a:spcAft>
              <a:defRPr sz="2000">
                <a:solidFill>
                  <a:srgbClr val="000000"/>
                </a:solidFill>
                <a:latin typeface="Microsoft YaHei"/>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00B838BD-D2E3-4709-9883-B2C3972D16CE}"/>
              </a:ext>
            </a:extLst>
          </p:cNvPr>
          <p:cNvSpPr>
            <a:spLocks noGrp="1" noChangeArrowheads="1"/>
          </p:cNvSpPr>
          <p:nvPr>
            <p:ph type="title"/>
          </p:nvPr>
        </p:nvSpPr>
        <p:spPr>
          <a:xfrm>
            <a:off x="762000" y="533400"/>
            <a:ext cx="7696200" cy="8382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9219" name="Rectangle 3">
            <a:extLst>
              <a:ext uri="{FF2B5EF4-FFF2-40B4-BE49-F238E27FC236}">
                <a16:creationId xmlns:a16="http://schemas.microsoft.com/office/drawing/2014/main" id="{1D3A5752-EF38-423D-BCD0-69535C8011A6}"/>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案例 1</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将现有教室改造为四间独立的私人办公室。搭建框架墙，配置新照明与电源插座，改造现有暖通空调系统，调整火灾报警系统，并铺设地毯等。</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应采用哪种采购流程？</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		公共工程采购流程</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		常规采购流程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E7592B7-2892-4B77-8D28-61D3DF4A6222}"/>
              </a:ext>
            </a:extLst>
          </p:cNvPr>
          <p:cNvSpPr>
            <a:spLocks noGrp="1" noChangeArrowheads="1"/>
          </p:cNvSpPr>
          <p:nvPr>
            <p:ph type="title"/>
          </p:nvPr>
        </p:nvSpPr>
        <p:spPr>
          <a:xfrm>
            <a:off x="762000" y="533400"/>
            <a:ext cx="7696200" cy="7620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10243" name="Rectangle 3">
            <a:extLst>
              <a:ext uri="{FF2B5EF4-FFF2-40B4-BE49-F238E27FC236}">
                <a16:creationId xmlns:a16="http://schemas.microsoft.com/office/drawing/2014/main" id="{FC58CB42-183B-4112-A475-CDFC040066F2}"/>
              </a:ext>
            </a:extLst>
          </p:cNvPr>
          <p:cNvSpPr>
            <a:spLocks noGrp="1" noChangeArrowheads="1"/>
          </p:cNvSpPr>
          <p:nvPr>
            <p:ph type="body" idx="1"/>
          </p:nvPr>
        </p:nvSpPr>
        <p:spPr>
          <a:xfrm>
            <a:off x="457200" y="1885950"/>
            <a:ext cx="8178800" cy="4514850"/>
          </a:xfrm>
        </p:spPr>
        <p:txBody>
          <a:bodyPr wrap="square">
            <a:noAutofit/>
          </a:bodyPr>
          <a:lstStyle/>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案例 1</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将现有教室改造为四间独立的私人办公室。搭建框架墙体，提供新照明与电源插座，修改现有暖通空调系统，修改火灾报警系统，以及铺设地毯等。</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应采用哪种采购流程？</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		公共工程流程</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		采购流程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7" name="Rectangle 3">
            <a:extLst>
              <a:ext uri="{FF2B5EF4-FFF2-40B4-BE49-F238E27FC236}">
                <a16:creationId xmlns:a16="http://schemas.microsoft.com/office/drawing/2014/main" id="{E4F59C69-D7E1-444D-90AF-F8F51393C36F}"/>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900">
                <a:solidFill>
                  <a:srgbClr val="000000"/>
                </a:solidFill>
                <a:latin typeface="Microsoft YaHei"/>
              </a:defRPr>
            </a:pPr>
            <a:r>
              <a:rPr sz="2900">
                <a:solidFill>
                  <a:srgbClr val="000000"/>
                </a:solidFill>
                <a:latin typeface="Microsoft YaHei"/>
              </a:rPr>
              <a:t>示例项目 #2</a:t>
            </a:r>
          </a:p>
        </p:txBody>
      </p:sp>
      <p:pic>
        <p:nvPicPr>
          <p:cNvPr id="62468" name="Picture 4">
            <a:extLst>
              <a:ext uri="{FF2B5EF4-FFF2-40B4-BE49-F238E27FC236}">
                <a16:creationId xmlns:a16="http://schemas.microsoft.com/office/drawing/2014/main" id="{7AB88B27-89EA-4465-9111-492C55ADEB18}"/>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19200" y="2057400"/>
            <a:ext cx="6324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E096901-F700-4FD4-ADAE-5EA47481398D}"/>
              </a:ext>
            </a:extLst>
          </p:cNvPr>
          <p:cNvSpPr>
            <a:spLocks noGrp="1" noChangeArrowheads="1"/>
          </p:cNvSpPr>
          <p:nvPr>
            <p:ph type="title"/>
          </p:nvPr>
        </p:nvSpPr>
        <p:spPr>
          <a:xfrm>
            <a:off x="762000" y="533400"/>
            <a:ext cx="7696200" cy="8382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11267" name="Rectangle 3">
            <a:extLst>
              <a:ext uri="{FF2B5EF4-FFF2-40B4-BE49-F238E27FC236}">
                <a16:creationId xmlns:a16="http://schemas.microsoft.com/office/drawing/2014/main" id="{078450EE-145A-4449-9B64-DE448F583F39}"/>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题目2</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替换现有的屋顶HVAC机组。现有的电气布线可重复利用，现有风管仅需少量修改即可适配。</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应采用哪种采购流程？</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		公共工程流程</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		采购流程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80C929D-513F-400B-9068-97B29B39F9B7}"/>
              </a:ext>
            </a:extLst>
          </p:cNvPr>
          <p:cNvSpPr>
            <a:spLocks noGrp="1" noChangeArrowheads="1"/>
          </p:cNvSpPr>
          <p:nvPr>
            <p:ph type="title"/>
          </p:nvPr>
        </p:nvSpPr>
        <p:spPr>
          <a:xfrm>
            <a:off x="762000" y="533400"/>
            <a:ext cx="7696200" cy="8382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12291" name="Rectangle 3">
            <a:extLst>
              <a:ext uri="{FF2B5EF4-FFF2-40B4-BE49-F238E27FC236}">
                <a16:creationId xmlns:a16="http://schemas.microsoft.com/office/drawing/2014/main" id="{EFD68010-E97C-49D5-8550-0CA5272B6851}"/>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第2题</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更换现有的屋顶暖通空调（HVAC）机组。现有的电气线路可重复利用，现有风管只需进行少量修改即可适配。</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应采用哪种采购流程？</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		公共工程流程</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		采购流程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A03C1C69-7750-4423-BDE8-875504788106}"/>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900">
                <a:solidFill>
                  <a:srgbClr val="000000"/>
                </a:solidFill>
                <a:latin typeface="Microsoft YaHei"/>
              </a:defRPr>
            </a:pPr>
            <a:r>
              <a:rPr sz="2900">
                <a:solidFill>
                  <a:srgbClr val="000000"/>
                </a:solidFill>
                <a:latin typeface="Microsoft YaHei"/>
              </a:rPr>
              <a:t>示例项目 #3</a:t>
            </a:r>
          </a:p>
        </p:txBody>
      </p:sp>
      <p:pic>
        <p:nvPicPr>
          <p:cNvPr id="64517" name="Picture 5">
            <a:extLst>
              <a:ext uri="{FF2B5EF4-FFF2-40B4-BE49-F238E27FC236}">
                <a16:creationId xmlns:a16="http://schemas.microsoft.com/office/drawing/2014/main" id="{67A65F08-01A9-4B95-AEEB-040FEED5E41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71600" y="2057400"/>
            <a:ext cx="6172200" cy="4114800"/>
          </a:xfrm>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2612AB6B-3C08-45D2-8838-4DDCC393D9EC}"/>
              </a:ext>
            </a:extLst>
          </p:cNvPr>
          <p:cNvSpPr>
            <a:spLocks noGrp="1" noChangeArrowheads="1"/>
          </p:cNvSpPr>
          <p:nvPr>
            <p:ph type="title"/>
          </p:nvPr>
        </p:nvSpPr>
        <p:spPr>
          <a:xfrm>
            <a:off x="762000" y="533400"/>
            <a:ext cx="7696200" cy="8382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65539" name="Rectangle 3">
            <a:extLst>
              <a:ext uri="{FF2B5EF4-FFF2-40B4-BE49-F238E27FC236}">
                <a16:creationId xmlns:a16="http://schemas.microsoft.com/office/drawing/2014/main" id="{D29864B6-2DEA-410B-9677-ECDFD59BA6AB}"/>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案例 3</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更换现有的大型屋顶 HVAC 机组。可能需要新的电气布线，且现有风管系统需要进行改造。新机组的重量可能会更大。</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应采用哪种采购流程？</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		公共工程流程</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		采购流程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97230AF-CE36-4240-8D26-D27FB193C2EC}"/>
              </a:ext>
            </a:extLst>
          </p:cNvPr>
          <p:cNvSpPr>
            <a:spLocks noGrp="1" noChangeArrowheads="1"/>
          </p:cNvSpPr>
          <p:nvPr>
            <p:ph type="title"/>
          </p:nvPr>
        </p:nvSpPr>
        <p:spPr>
          <a:xfrm>
            <a:off x="762000" y="533400"/>
            <a:ext cx="7696200" cy="8382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66563" name="Rectangle 3">
            <a:extLst>
              <a:ext uri="{FF2B5EF4-FFF2-40B4-BE49-F238E27FC236}">
                <a16:creationId xmlns:a16="http://schemas.microsoft.com/office/drawing/2014/main" id="{13A1A5BA-DEA9-4F6D-8854-41EA717B0A46}"/>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第3题</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更换现有的大型屋顶HVAC机组。可能需要新的电气布线，现有风管也需要进行改造。新机组的重量可能会更大。</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应采用哪种采购流程？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公共工程流程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采购流程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7" name="Rectangle 5">
            <a:extLst>
              <a:ext uri="{FF2B5EF4-FFF2-40B4-BE49-F238E27FC236}">
                <a16:creationId xmlns:a16="http://schemas.microsoft.com/office/drawing/2014/main" id="{C8D3AD6C-3998-4DB0-8703-089779B542DC}"/>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示例 #4</a:t>
            </a:r>
          </a:p>
        </p:txBody>
      </p:sp>
      <p:pic>
        <p:nvPicPr>
          <p:cNvPr id="79876" name="Picture 4">
            <a:extLst>
              <a:ext uri="{FF2B5EF4-FFF2-40B4-BE49-F238E27FC236}">
                <a16:creationId xmlns:a16="http://schemas.microsoft.com/office/drawing/2014/main" id="{CDC4D2D1-E68D-4151-B38C-6E40F2BFEAAD}"/>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08188" y="1973263"/>
            <a:ext cx="5202237" cy="3902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1974761-03B1-4372-A680-560AD05DCE8A}"/>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13315" name="Rectangle 3">
            <a:extLst>
              <a:ext uri="{FF2B5EF4-FFF2-40B4-BE49-F238E27FC236}">
                <a16:creationId xmlns:a16="http://schemas.microsoft.com/office/drawing/2014/main" id="{D9F3E8AC-C146-4AAB-8190-AA84EFB42ECF}"/>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第4题</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重新粉刷一栋两层建筑。</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应采用哪种采购流程？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公共工程流程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采购流程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8A0B16B-7CA9-4C3D-A23F-5C22330F9AB0}"/>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14339" name="Rectangle 3">
            <a:extLst>
              <a:ext uri="{FF2B5EF4-FFF2-40B4-BE49-F238E27FC236}">
                <a16:creationId xmlns:a16="http://schemas.microsoft.com/office/drawing/2014/main" id="{48870FC2-6BC4-4AD5-9C65-D3AEA0B9EEE2}"/>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第4题</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为一栋两层建筑重新粉刷。</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应采用哪种采购流程？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公共工程采购流程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采购流程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Rectangle 5">
            <a:extLst>
              <a:ext uri="{FF2B5EF4-FFF2-40B4-BE49-F238E27FC236}">
                <a16:creationId xmlns:a16="http://schemas.microsoft.com/office/drawing/2014/main" id="{F0C95865-C033-4DEC-BF35-B1D489DC998C}"/>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示例 #5</a:t>
            </a:r>
          </a:p>
        </p:txBody>
      </p:sp>
      <p:pic>
        <p:nvPicPr>
          <p:cNvPr id="77828" name="Picture 4">
            <a:extLst>
              <a:ext uri="{FF2B5EF4-FFF2-40B4-BE49-F238E27FC236}">
                <a16:creationId xmlns:a16="http://schemas.microsoft.com/office/drawing/2014/main" id="{F36D2ED2-174E-4A8C-88AB-2F5E11C0374B}"/>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08188" y="1973263"/>
            <a:ext cx="5202237" cy="3902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FCA9124-256C-4A08-A26C-0B3810132711}"/>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15363" name="Rectangle 3">
            <a:extLst>
              <a:ext uri="{FF2B5EF4-FFF2-40B4-BE49-F238E27FC236}">
                <a16:creationId xmlns:a16="http://schemas.microsoft.com/office/drawing/2014/main" id="{4D9282B6-A513-4688-8758-5F9D9CFDA25B}"/>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第5题</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为20,000平方英尺的办公楼提供新地毯。</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应采用哪种采购流程？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公共工程流程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采购流程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142F133-38E7-410E-A50E-691730109208}"/>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16387" name="Rectangle 3">
            <a:extLst>
              <a:ext uri="{FF2B5EF4-FFF2-40B4-BE49-F238E27FC236}">
                <a16:creationId xmlns:a16="http://schemas.microsoft.com/office/drawing/2014/main" id="{8A05A61A-CF00-4F54-BAE1-C335694B6EA6}"/>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第5题</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为20,000平方英尺的办公楼提供新地毯。</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应采用哪种采购流程？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公共工程流程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采购流程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8B547851-45A9-4290-8989-AA068588C8A3}"/>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900">
                <a:solidFill>
                  <a:srgbClr val="000000"/>
                </a:solidFill>
                <a:latin typeface="Microsoft YaHei"/>
              </a:defRPr>
            </a:pPr>
            <a:r>
              <a:rPr sz="2900">
                <a:solidFill>
                  <a:srgbClr val="000000"/>
                </a:solidFill>
                <a:latin typeface="Microsoft YaHei"/>
              </a:rPr>
              <a:t>示例项目 #6</a:t>
            </a:r>
          </a:p>
        </p:txBody>
      </p:sp>
      <p:pic>
        <p:nvPicPr>
          <p:cNvPr id="67589" name="Picture 5">
            <a:extLst>
              <a:ext uri="{FF2B5EF4-FFF2-40B4-BE49-F238E27FC236}">
                <a16:creationId xmlns:a16="http://schemas.microsoft.com/office/drawing/2014/main" id="{676DD29E-CD4A-4B3B-8BB3-61BE496FC5E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95400" y="1981200"/>
            <a:ext cx="6629400" cy="4114800"/>
          </a:xfrm>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40C3045B-B280-4514-B49B-4771785AFEA7}"/>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900">
                <a:solidFill>
                  <a:srgbClr val="000000"/>
                </a:solidFill>
                <a:latin typeface="Microsoft YaHei"/>
              </a:defRPr>
            </a:pPr>
            <a:r>
              <a:rPr sz="2900">
                <a:solidFill>
                  <a:srgbClr val="000000"/>
                </a:solidFill>
                <a:latin typeface="Microsoft YaHei"/>
              </a:rPr>
              <a:t>示例项目 #6</a:t>
            </a:r>
          </a:p>
        </p:txBody>
      </p:sp>
      <p:pic>
        <p:nvPicPr>
          <p:cNvPr id="68613" name="Picture 5">
            <a:extLst>
              <a:ext uri="{FF2B5EF4-FFF2-40B4-BE49-F238E27FC236}">
                <a16:creationId xmlns:a16="http://schemas.microsoft.com/office/drawing/2014/main" id="{931D014E-7530-4BBE-B49E-BAC871EF6AB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71600" y="1981200"/>
            <a:ext cx="6477000" cy="4114800"/>
          </a:xfrm>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BA32985-01AB-4844-B6CE-0AAE17CDAFB4}"/>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17411" name="Rectangle 3">
            <a:extLst>
              <a:ext uri="{FF2B5EF4-FFF2-40B4-BE49-F238E27FC236}">
                <a16:creationId xmlns:a16="http://schemas.microsoft.com/office/drawing/2014/main" id="{8049B315-4B55-4ED1-982C-F388F1444C12}"/>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编号6</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为沥青停车场提供薄层密封涂层和新的油漆划线。</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应采用哪种采购流程？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公共工程流程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采购流程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4702898-3D5A-44D6-9C43-6502092C6D6F}"/>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18435" name="Rectangle 3">
            <a:extLst>
              <a:ext uri="{FF2B5EF4-FFF2-40B4-BE49-F238E27FC236}">
                <a16:creationId xmlns:a16="http://schemas.microsoft.com/office/drawing/2014/main" id="{584F22F1-668B-4FCA-8014-A760E7E1CDAC}"/>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第6题</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为沥青停车场提供一层薄密封层。</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应采用哪种采购流程？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公共工程流程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采购流程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5A8E6EA2-A6AE-4138-9483-16F141B744B4}"/>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900">
                <a:solidFill>
                  <a:srgbClr val="000000"/>
                </a:solidFill>
                <a:latin typeface="Microsoft YaHei"/>
              </a:defRPr>
            </a:pPr>
            <a:r>
              <a:rPr sz="2900">
                <a:solidFill>
                  <a:srgbClr val="000000"/>
                </a:solidFill>
                <a:latin typeface="Microsoft YaHei"/>
              </a:rPr>
              <a:t>示例项目 #7</a:t>
            </a:r>
          </a:p>
        </p:txBody>
      </p:sp>
      <p:pic>
        <p:nvPicPr>
          <p:cNvPr id="70659" name="Picture 3">
            <a:extLst>
              <a:ext uri="{FF2B5EF4-FFF2-40B4-BE49-F238E27FC236}">
                <a16:creationId xmlns:a16="http://schemas.microsoft.com/office/drawing/2014/main" id="{37E1E2FC-2235-49D6-A123-47A01DA566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47800" y="1981200"/>
            <a:ext cx="6324600" cy="403860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41F601F-3CC7-4184-807A-752912D7B5B7}"/>
              </a:ext>
            </a:extLst>
          </p:cNvPr>
          <p:cNvSpPr>
            <a:spLocks noGrp="1" noChangeArrowheads="1"/>
          </p:cNvSpPr>
          <p:nvPr>
            <p:ph type="title"/>
          </p:nvPr>
        </p:nvSpPr>
        <p:spPr>
          <a:xfrm>
            <a:off x="762000" y="533400"/>
            <a:ext cx="7696200" cy="9906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19459" name="Rectangle 3">
            <a:extLst>
              <a:ext uri="{FF2B5EF4-FFF2-40B4-BE49-F238E27FC236}">
                <a16:creationId xmlns:a16="http://schemas.microsoft.com/office/drawing/2014/main" id="{D339FCBF-394E-419C-A079-4B536FDCDBB9}"/>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第7题</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为停车场提供新的沥青铺设。</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应采用哪种采购流程？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公共工程流程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采购流程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A85C72-A24E-4E50-BCA5-74FD19CACACB}"/>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20483" name="Rectangle 3">
            <a:extLst>
              <a:ext uri="{FF2B5EF4-FFF2-40B4-BE49-F238E27FC236}">
                <a16:creationId xmlns:a16="http://schemas.microsoft.com/office/drawing/2014/main" id="{DB80CA87-8963-4CC7-BBA6-F6A47C3EAAF9}"/>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第7题</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为停车场提供新的沥青铺设。</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应使用哪种采购流程？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公共工程流程</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		采购流程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7" name="Rectangle 5">
            <a:extLst>
              <a:ext uri="{FF2B5EF4-FFF2-40B4-BE49-F238E27FC236}">
                <a16:creationId xmlns:a16="http://schemas.microsoft.com/office/drawing/2014/main" id="{C5AC0E78-9A1E-4BDC-9E9A-B7B37D746178}"/>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示例 #8</a:t>
            </a:r>
          </a:p>
        </p:txBody>
      </p:sp>
      <p:pic>
        <p:nvPicPr>
          <p:cNvPr id="74756" name="Picture 4">
            <a:extLst>
              <a:ext uri="{FF2B5EF4-FFF2-40B4-BE49-F238E27FC236}">
                <a16:creationId xmlns:a16="http://schemas.microsoft.com/office/drawing/2014/main" id="{042B273C-C771-426C-BEF2-FA61FF85B1CB}"/>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08188" y="1973263"/>
            <a:ext cx="5202237" cy="3902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73617C43-DB1B-49FB-9095-0E07ABAC6E06}"/>
              </a:ext>
            </a:extLst>
          </p:cNvPr>
          <p:cNvSpPr>
            <a:spLocks noGrp="1" noChangeArrowheads="1"/>
          </p:cNvSpPr>
          <p:nvPr>
            <p:ph type="title"/>
          </p:nvPr>
        </p:nvSpPr>
        <p:spPr>
          <a:xfrm>
            <a:off x="762000" y="533400"/>
            <a:ext cx="7696200" cy="7620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75779" name="Rectangle 3">
            <a:extLst>
              <a:ext uri="{FF2B5EF4-FFF2-40B4-BE49-F238E27FC236}">
                <a16:creationId xmlns:a16="http://schemas.microsoft.com/office/drawing/2014/main" id="{F046101E-9355-426A-A6FF-16A463E63F85}"/>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第8题</a:t>
            </a:r>
          </a:p>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 一个民间组织提议在州立设施园区内建造一座纪念性纪念碑并配套景观绿化。</a:t>
            </a:r>
          </a:p>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 应采用哪种采购流程？</a:t>
            </a:r>
          </a:p>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 		公共工程流程</a:t>
            </a:r>
          </a:p>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 		采购流程</a:t>
            </a:r>
          </a:p>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 		两者均不适用</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3BE0D90-26F1-49E7-887D-8803E4C2F7FF}"/>
              </a:ext>
            </a:extLst>
          </p:cNvPr>
          <p:cNvSpPr>
            <a:spLocks noGrp="1" noChangeArrowheads="1"/>
          </p:cNvSpPr>
          <p:nvPr>
            <p:ph type="title"/>
          </p:nvPr>
        </p:nvSpPr>
        <p:spPr>
          <a:xfrm>
            <a:off x="762000" y="533400"/>
            <a:ext cx="7696200" cy="8382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22531" name="Rectangle 3">
            <a:extLst>
              <a:ext uri="{FF2B5EF4-FFF2-40B4-BE49-F238E27FC236}">
                <a16:creationId xmlns:a16="http://schemas.microsoft.com/office/drawing/2014/main" id="{CCB29753-E237-449F-BDA9-93F56FBE75FD}"/>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第8题</a:t>
            </a:r>
          </a:p>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 一个民间组织提议在州立机构园区内建设一座带景观的纪念性纪念碑。</a:t>
            </a:r>
          </a:p>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 应使用哪种采购流程？</a:t>
            </a:r>
          </a:p>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 		公共工程流程</a:t>
            </a:r>
          </a:p>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 		采购流程</a:t>
            </a:r>
          </a:p>
          <a:p>
            <a:pPr>
              <a:lnSpc>
                <a:spcPct val="118000"/>
              </a:lnSpc>
              <a:spcBef>
                <a:spcPts val="0"/>
              </a:spcBef>
              <a:spcAft>
                <a:spcPts val="0"/>
              </a:spcAft>
              <a:defRPr sz="2600">
                <a:solidFill>
                  <a:srgbClr val="000000"/>
                </a:solidFill>
                <a:latin typeface="Microsoft YaHei"/>
              </a:defRPr>
            </a:pPr>
            <a:r>
              <a:rPr sz="2600">
                <a:solidFill>
                  <a:srgbClr val="000000"/>
                </a:solidFill>
                <a:latin typeface="Microsoft YaHei"/>
              </a:rPr>
              <a:t>- 		两者都不是</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5A8C84B-4008-4C65-A39D-6904D757EEA3}"/>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示例项目</a:t>
            </a:r>
          </a:p>
        </p:txBody>
      </p:sp>
      <p:sp>
        <p:nvSpPr>
          <p:cNvPr id="23555" name="Rectangle 3">
            <a:extLst>
              <a:ext uri="{FF2B5EF4-FFF2-40B4-BE49-F238E27FC236}">
                <a16:creationId xmlns:a16="http://schemas.microsoft.com/office/drawing/2014/main" id="{A6840F6C-8B0D-4886-9867-7F1654229798}"/>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RCW 39.04.010 定义</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“公共工程”一词应包括除日常维护外的所有工程、建设、改建、维修或改善，且系由州或任何市出资执行……</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3A79A7C9-7379-4802-AB3E-DC49020E06EE}"/>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理想世界</a:t>
            </a:r>
          </a:p>
        </p:txBody>
      </p:sp>
      <p:graphicFrame>
        <p:nvGraphicFramePr>
          <p:cNvPr id="58371" name="Group 3">
            <a:extLst>
              <a:ext uri="{FF2B5EF4-FFF2-40B4-BE49-F238E27FC236}">
                <a16:creationId xmlns:a16="http://schemas.microsoft.com/office/drawing/2014/main" id="{9A64A88E-B7F8-4ED5-AAA5-826938B9358A}"/>
              </a:ext>
            </a:extLst>
          </p:cNvPr>
          <p:cNvGraphicFramePr>
            <a:graphicFrameLocks noGrp="1"/>
          </p:cNvGraphicFramePr>
          <p:nvPr>
            <p:ph idx="1"/>
          </p:nvPr>
        </p:nvGraphicFramePr>
        <p:xfrm>
          <a:off x="762000" y="1905000"/>
          <a:ext cx="7696200" cy="4038600"/>
        </p:xfrm>
        <a:graphic>
          <a:graphicData uri="http://schemas.openxmlformats.org/drawingml/2006/table">
            <a:tbl>
              <a:tblPr/>
              <a:tblGrid>
                <a:gridCol w="3848100">
                  <a:extLst>
                    <a:ext uri="{9D8B030D-6E8A-4147-A177-3AD203B41FA5}">
                      <a16:colId xmlns:a16="http://schemas.microsoft.com/office/drawing/2014/main" val="3882168158"/>
                    </a:ext>
                  </a:extLst>
                </a:gridCol>
                <a:gridCol w="3848100">
                  <a:extLst>
                    <a:ext uri="{9D8B030D-6E8A-4147-A177-3AD203B41FA5}">
                      <a16:colId xmlns:a16="http://schemas.microsoft.com/office/drawing/2014/main" val="2133460000"/>
                    </a:ext>
                  </a:extLst>
                </a:gridCol>
              </a:tblGrid>
              <a:tr h="4038600">
                <a:tc>
                  <a:txBody>
                    <a:bodyPr wrap="square">
                      <a:noAutofit/>
                    </a:bodyPr>
                    <a:lstStyle>
                      <a:lvl1pPr>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a:spcBef>
                          <a:spcPct val="20000"/>
                        </a:spcBef>
                        <a:buClr>
                          <a:schemeClr val="accent1"/>
                        </a:buClr>
                        <a:buSzPct val="150000"/>
                        <a:defRPr sz="2200">
                          <a:solidFill>
                            <a:schemeClr val="tx1"/>
                          </a:solidFill>
                          <a:latin typeface="Arial" panose="020B0604020202020204" pitchFamily="34" charset="0"/>
                        </a:defRPr>
                      </a:lvl2pPr>
                      <a:lvl3pPr>
                        <a:spcBef>
                          <a:spcPct val="20000"/>
                        </a:spcBef>
                        <a:buClr>
                          <a:schemeClr val="tx1"/>
                        </a:buClr>
                        <a:buSzPct val="150000"/>
                        <a:defRPr sz="2000">
                          <a:solidFill>
                            <a:schemeClr val="tx1"/>
                          </a:solidFill>
                          <a:latin typeface="Arial" panose="020B0604020202020204" pitchFamily="34" charset="0"/>
                        </a:defRPr>
                      </a:lvl3pPr>
                      <a:lvl4pPr>
                        <a:spcBef>
                          <a:spcPct val="20000"/>
                        </a:spcBef>
                        <a:buClr>
                          <a:schemeClr val="tx2"/>
                        </a:buClr>
                        <a:buSzPct val="150000"/>
                        <a:defRPr>
                          <a:solidFill>
                            <a:schemeClr val="tx1"/>
                          </a:solidFill>
                          <a:latin typeface="Arial" panose="020B0604020202020204" pitchFamily="34" charset="0"/>
                        </a:defRPr>
                      </a:lvl4pPr>
                      <a:lvl5pPr>
                        <a:spcBef>
                          <a:spcPct val="20000"/>
                        </a:spcBef>
                        <a:buClr>
                          <a:schemeClr val="folHlink"/>
                        </a:buClr>
                        <a:buSzPct val="150000"/>
                        <a:defRPr>
                          <a:solidFill>
                            <a:schemeClr val="tx1"/>
                          </a:solidFill>
                          <a:latin typeface="Arial" panose="020B0604020202020204" pitchFamily="34" charset="0"/>
                        </a:defRPr>
                      </a:lvl5pPr>
                      <a:lvl6pPr fontAlgn="base">
                        <a:spcBef>
                          <a:spcPct val="20000"/>
                        </a:spcBef>
                        <a:spcAft>
                          <a:spcPct val="0"/>
                        </a:spcAft>
                        <a:buClr>
                          <a:schemeClr val="folHlink"/>
                        </a:buClr>
                        <a:buSzPct val="150000"/>
                        <a:defRPr>
                          <a:solidFill>
                            <a:schemeClr val="tx1"/>
                          </a:solidFill>
                          <a:latin typeface="Arial" panose="020B0604020202020204" pitchFamily="34" charset="0"/>
                        </a:defRPr>
                      </a:lvl6pPr>
                      <a:lvl7pPr fontAlgn="base">
                        <a:spcBef>
                          <a:spcPct val="20000"/>
                        </a:spcBef>
                        <a:spcAft>
                          <a:spcPct val="0"/>
                        </a:spcAft>
                        <a:buClr>
                          <a:schemeClr val="folHlink"/>
                        </a:buClr>
                        <a:buSzPct val="150000"/>
                        <a:defRPr>
                          <a:solidFill>
                            <a:schemeClr val="tx1"/>
                          </a:solidFill>
                          <a:latin typeface="Arial" panose="020B0604020202020204" pitchFamily="34" charset="0"/>
                        </a:defRPr>
                      </a:lvl7pPr>
                      <a:lvl8pPr fontAlgn="base">
                        <a:spcBef>
                          <a:spcPct val="20000"/>
                        </a:spcBef>
                        <a:spcAft>
                          <a:spcPct val="0"/>
                        </a:spcAft>
                        <a:buClr>
                          <a:schemeClr val="folHlink"/>
                        </a:buClr>
                        <a:buSzPct val="150000"/>
                        <a:defRPr>
                          <a:solidFill>
                            <a:schemeClr val="tx1"/>
                          </a:solidFill>
                          <a:latin typeface="Arial" panose="020B0604020202020204" pitchFamily="34" charset="0"/>
                        </a:defRPr>
                      </a:lvl8pPr>
                      <a:lvl9pPr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a:lnSpc>
                          <a:spcPct val="118000"/>
                        </a:lnSpc>
                        <a:spcBef>
                          <a:spcPts val="0"/>
                        </a:spcBef>
                        <a:spcAft>
                          <a:spcPts val="0"/>
                        </a:spcAft>
                        <a:defRPr sz="4400">
                          <a:solidFill>
                            <a:srgbClr val="000000"/>
                          </a:solidFill>
                          <a:latin typeface="Arial"/>
                        </a:defRPr>
                      </a:pPr>
                      <a:r>
                        <a:rPr sz="4400">
                          <a:solidFill>
                            <a:srgbClr val="000000"/>
                          </a:solidFill>
                          <a:latin typeface="Arial"/>
                        </a:rPr>
                        <a:t>采购流程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wrap="square">
                      <a:noAutofit/>
                    </a:bodyPr>
                    <a:lstStyle>
                      <a:lvl1pPr>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a:spcBef>
                          <a:spcPct val="20000"/>
                        </a:spcBef>
                        <a:buClr>
                          <a:schemeClr val="accent1"/>
                        </a:buClr>
                        <a:buSzPct val="150000"/>
                        <a:defRPr sz="2200">
                          <a:solidFill>
                            <a:schemeClr val="tx1"/>
                          </a:solidFill>
                          <a:latin typeface="Arial" panose="020B0604020202020204" pitchFamily="34" charset="0"/>
                        </a:defRPr>
                      </a:lvl2pPr>
                      <a:lvl3pPr>
                        <a:spcBef>
                          <a:spcPct val="20000"/>
                        </a:spcBef>
                        <a:buClr>
                          <a:schemeClr val="tx1"/>
                        </a:buClr>
                        <a:buSzPct val="150000"/>
                        <a:defRPr sz="2000">
                          <a:solidFill>
                            <a:schemeClr val="tx1"/>
                          </a:solidFill>
                          <a:latin typeface="Arial" panose="020B0604020202020204" pitchFamily="34" charset="0"/>
                        </a:defRPr>
                      </a:lvl3pPr>
                      <a:lvl4pPr>
                        <a:spcBef>
                          <a:spcPct val="20000"/>
                        </a:spcBef>
                        <a:buClr>
                          <a:schemeClr val="tx2"/>
                        </a:buClr>
                        <a:buSzPct val="150000"/>
                        <a:defRPr>
                          <a:solidFill>
                            <a:schemeClr val="tx1"/>
                          </a:solidFill>
                          <a:latin typeface="Arial" panose="020B0604020202020204" pitchFamily="34" charset="0"/>
                        </a:defRPr>
                      </a:lvl4pPr>
                      <a:lvl5pPr>
                        <a:spcBef>
                          <a:spcPct val="20000"/>
                        </a:spcBef>
                        <a:buClr>
                          <a:schemeClr val="folHlink"/>
                        </a:buClr>
                        <a:buSzPct val="150000"/>
                        <a:defRPr>
                          <a:solidFill>
                            <a:schemeClr val="tx1"/>
                          </a:solidFill>
                          <a:latin typeface="Arial" panose="020B0604020202020204" pitchFamily="34" charset="0"/>
                        </a:defRPr>
                      </a:lvl5pPr>
                      <a:lvl6pPr fontAlgn="base">
                        <a:spcBef>
                          <a:spcPct val="20000"/>
                        </a:spcBef>
                        <a:spcAft>
                          <a:spcPct val="0"/>
                        </a:spcAft>
                        <a:buClr>
                          <a:schemeClr val="folHlink"/>
                        </a:buClr>
                        <a:buSzPct val="150000"/>
                        <a:defRPr>
                          <a:solidFill>
                            <a:schemeClr val="tx1"/>
                          </a:solidFill>
                          <a:latin typeface="Arial" panose="020B0604020202020204" pitchFamily="34" charset="0"/>
                        </a:defRPr>
                      </a:lvl6pPr>
                      <a:lvl7pPr fontAlgn="base">
                        <a:spcBef>
                          <a:spcPct val="20000"/>
                        </a:spcBef>
                        <a:spcAft>
                          <a:spcPct val="0"/>
                        </a:spcAft>
                        <a:buClr>
                          <a:schemeClr val="folHlink"/>
                        </a:buClr>
                        <a:buSzPct val="150000"/>
                        <a:defRPr>
                          <a:solidFill>
                            <a:schemeClr val="tx1"/>
                          </a:solidFill>
                          <a:latin typeface="Arial" panose="020B0604020202020204" pitchFamily="34" charset="0"/>
                        </a:defRPr>
                      </a:lvl7pPr>
                      <a:lvl8pPr fontAlgn="base">
                        <a:spcBef>
                          <a:spcPct val="20000"/>
                        </a:spcBef>
                        <a:spcAft>
                          <a:spcPct val="0"/>
                        </a:spcAft>
                        <a:buClr>
                          <a:schemeClr val="folHlink"/>
                        </a:buClr>
                        <a:buSzPct val="150000"/>
                        <a:defRPr>
                          <a:solidFill>
                            <a:schemeClr val="tx1"/>
                          </a:solidFill>
                          <a:latin typeface="Arial" panose="020B0604020202020204" pitchFamily="34" charset="0"/>
                        </a:defRPr>
                      </a:lvl8pPr>
                      <a:lvl9pPr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a:lnSpc>
                          <a:spcPct val="118000"/>
                        </a:lnSpc>
                        <a:spcBef>
                          <a:spcPts val="0"/>
                        </a:spcBef>
                        <a:spcAft>
                          <a:spcPts val="0"/>
                        </a:spcAft>
                        <a:defRPr sz="4400">
                          <a:solidFill>
                            <a:srgbClr val="000000"/>
                          </a:solidFill>
                          <a:latin typeface="Arial"/>
                        </a:defRPr>
                      </a:pPr>
                      <a:r>
                        <a:rPr sz="4400">
                          <a:solidFill>
                            <a:srgbClr val="000000"/>
                          </a:solidFill>
                          <a:latin typeface="Arial"/>
                        </a:rPr>
                        <a:t>公共工程流程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19325693"/>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5C2205C-F85A-47E1-82E1-B0AC4896EED1}"/>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现实世界</a:t>
            </a:r>
          </a:p>
        </p:txBody>
      </p:sp>
      <p:graphicFrame>
        <p:nvGraphicFramePr>
          <p:cNvPr id="59395" name="Group 3">
            <a:extLst>
              <a:ext uri="{FF2B5EF4-FFF2-40B4-BE49-F238E27FC236}">
                <a16:creationId xmlns:a16="http://schemas.microsoft.com/office/drawing/2014/main" id="{27E0FCBC-B9E0-40FB-96DD-FF1BD965613C}"/>
              </a:ext>
            </a:extLst>
          </p:cNvPr>
          <p:cNvGraphicFramePr>
            <a:graphicFrameLocks noGrp="1"/>
          </p:cNvGraphicFramePr>
          <p:nvPr>
            <p:ph idx="1"/>
          </p:nvPr>
        </p:nvGraphicFramePr>
        <p:xfrm>
          <a:off x="762000" y="1905000"/>
          <a:ext cx="7696200" cy="4038600"/>
        </p:xfrm>
        <a:graphic>
          <a:graphicData uri="http://schemas.openxmlformats.org/drawingml/2006/table">
            <a:tbl>
              <a:tblPr/>
              <a:tblGrid>
                <a:gridCol w="2565400">
                  <a:extLst>
                    <a:ext uri="{9D8B030D-6E8A-4147-A177-3AD203B41FA5}">
                      <a16:colId xmlns:a16="http://schemas.microsoft.com/office/drawing/2014/main" val="1836772291"/>
                    </a:ext>
                  </a:extLst>
                </a:gridCol>
                <a:gridCol w="2565400">
                  <a:extLst>
                    <a:ext uri="{9D8B030D-6E8A-4147-A177-3AD203B41FA5}">
                      <a16:colId xmlns:a16="http://schemas.microsoft.com/office/drawing/2014/main" val="874922102"/>
                    </a:ext>
                  </a:extLst>
                </a:gridCol>
                <a:gridCol w="2565400">
                  <a:extLst>
                    <a:ext uri="{9D8B030D-6E8A-4147-A177-3AD203B41FA5}">
                      <a16:colId xmlns:a16="http://schemas.microsoft.com/office/drawing/2014/main" val="1591018048"/>
                    </a:ext>
                  </a:extLst>
                </a:gridCol>
              </a:tblGrid>
              <a:tr h="4038600">
                <a:tc>
                  <a:txBody>
                    <a:bodyPr wrap="square">
                      <a:noAutofit/>
                    </a:bodyPr>
                    <a:lstStyle>
                      <a:lvl1pPr>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a:spcBef>
                          <a:spcPct val="20000"/>
                        </a:spcBef>
                        <a:buClr>
                          <a:schemeClr val="accent1"/>
                        </a:buClr>
                        <a:buSzPct val="150000"/>
                        <a:defRPr sz="2200">
                          <a:solidFill>
                            <a:schemeClr val="tx1"/>
                          </a:solidFill>
                          <a:latin typeface="Arial" panose="020B0604020202020204" pitchFamily="34" charset="0"/>
                        </a:defRPr>
                      </a:lvl2pPr>
                      <a:lvl3pPr>
                        <a:spcBef>
                          <a:spcPct val="20000"/>
                        </a:spcBef>
                        <a:buClr>
                          <a:schemeClr val="tx1"/>
                        </a:buClr>
                        <a:buSzPct val="150000"/>
                        <a:defRPr sz="2000">
                          <a:solidFill>
                            <a:schemeClr val="tx1"/>
                          </a:solidFill>
                          <a:latin typeface="Arial" panose="020B0604020202020204" pitchFamily="34" charset="0"/>
                        </a:defRPr>
                      </a:lvl3pPr>
                      <a:lvl4pPr>
                        <a:spcBef>
                          <a:spcPct val="20000"/>
                        </a:spcBef>
                        <a:buClr>
                          <a:schemeClr val="tx2"/>
                        </a:buClr>
                        <a:buSzPct val="150000"/>
                        <a:defRPr>
                          <a:solidFill>
                            <a:schemeClr val="tx1"/>
                          </a:solidFill>
                          <a:latin typeface="Arial" panose="020B0604020202020204" pitchFamily="34" charset="0"/>
                        </a:defRPr>
                      </a:lvl4pPr>
                      <a:lvl5pPr>
                        <a:spcBef>
                          <a:spcPct val="20000"/>
                        </a:spcBef>
                        <a:buClr>
                          <a:schemeClr val="folHlink"/>
                        </a:buClr>
                        <a:buSzPct val="150000"/>
                        <a:defRPr>
                          <a:solidFill>
                            <a:schemeClr val="tx1"/>
                          </a:solidFill>
                          <a:latin typeface="Arial" panose="020B0604020202020204" pitchFamily="34" charset="0"/>
                        </a:defRPr>
                      </a:lvl5pPr>
                      <a:lvl6pPr fontAlgn="base">
                        <a:spcBef>
                          <a:spcPct val="20000"/>
                        </a:spcBef>
                        <a:spcAft>
                          <a:spcPct val="0"/>
                        </a:spcAft>
                        <a:buClr>
                          <a:schemeClr val="folHlink"/>
                        </a:buClr>
                        <a:buSzPct val="150000"/>
                        <a:defRPr>
                          <a:solidFill>
                            <a:schemeClr val="tx1"/>
                          </a:solidFill>
                          <a:latin typeface="Arial" panose="020B0604020202020204" pitchFamily="34" charset="0"/>
                        </a:defRPr>
                      </a:lvl6pPr>
                      <a:lvl7pPr fontAlgn="base">
                        <a:spcBef>
                          <a:spcPct val="20000"/>
                        </a:spcBef>
                        <a:spcAft>
                          <a:spcPct val="0"/>
                        </a:spcAft>
                        <a:buClr>
                          <a:schemeClr val="folHlink"/>
                        </a:buClr>
                        <a:buSzPct val="150000"/>
                        <a:defRPr>
                          <a:solidFill>
                            <a:schemeClr val="tx1"/>
                          </a:solidFill>
                          <a:latin typeface="Arial" panose="020B0604020202020204" pitchFamily="34" charset="0"/>
                        </a:defRPr>
                      </a:lvl7pPr>
                      <a:lvl8pPr fontAlgn="base">
                        <a:spcBef>
                          <a:spcPct val="20000"/>
                        </a:spcBef>
                        <a:spcAft>
                          <a:spcPct val="0"/>
                        </a:spcAft>
                        <a:buClr>
                          <a:schemeClr val="folHlink"/>
                        </a:buClr>
                        <a:buSzPct val="150000"/>
                        <a:defRPr>
                          <a:solidFill>
                            <a:schemeClr val="tx1"/>
                          </a:solidFill>
                          <a:latin typeface="Arial" panose="020B0604020202020204" pitchFamily="34" charset="0"/>
                        </a:defRPr>
                      </a:lvl8pPr>
                      <a:lvl9pPr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a:lnSpc>
                          <a:spcPct val="118000"/>
                        </a:lnSpc>
                        <a:spcBef>
                          <a:spcPts val="0"/>
                        </a:spcBef>
                        <a:spcAft>
                          <a:spcPts val="0"/>
                        </a:spcAft>
                        <a:defRPr sz="3600">
                          <a:solidFill>
                            <a:srgbClr val="000000"/>
                          </a:solidFill>
                          <a:latin typeface="Arial"/>
                        </a:defRPr>
                      </a:pPr>
                      <a:r>
                        <a:rPr sz="3600">
                          <a:solidFill>
                            <a:srgbClr val="000000"/>
                          </a:solidFill>
                          <a:latin typeface="Arial"/>
                        </a:rPr>
                        <a:t>采购流程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wrap="square">
                      <a:noAutofit/>
                    </a:bodyPr>
                    <a:lstStyle>
                      <a:lvl1pPr>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a:spcBef>
                          <a:spcPct val="20000"/>
                        </a:spcBef>
                        <a:buClr>
                          <a:schemeClr val="accent1"/>
                        </a:buClr>
                        <a:buSzPct val="150000"/>
                        <a:defRPr sz="2200">
                          <a:solidFill>
                            <a:schemeClr val="tx1"/>
                          </a:solidFill>
                          <a:latin typeface="Arial" panose="020B0604020202020204" pitchFamily="34" charset="0"/>
                        </a:defRPr>
                      </a:lvl2pPr>
                      <a:lvl3pPr>
                        <a:spcBef>
                          <a:spcPct val="20000"/>
                        </a:spcBef>
                        <a:buClr>
                          <a:schemeClr val="tx1"/>
                        </a:buClr>
                        <a:buSzPct val="150000"/>
                        <a:defRPr sz="2000">
                          <a:solidFill>
                            <a:schemeClr val="tx1"/>
                          </a:solidFill>
                          <a:latin typeface="Arial" panose="020B0604020202020204" pitchFamily="34" charset="0"/>
                        </a:defRPr>
                      </a:lvl3pPr>
                      <a:lvl4pPr>
                        <a:spcBef>
                          <a:spcPct val="20000"/>
                        </a:spcBef>
                        <a:buClr>
                          <a:schemeClr val="tx2"/>
                        </a:buClr>
                        <a:buSzPct val="150000"/>
                        <a:defRPr>
                          <a:solidFill>
                            <a:schemeClr val="tx1"/>
                          </a:solidFill>
                          <a:latin typeface="Arial" panose="020B0604020202020204" pitchFamily="34" charset="0"/>
                        </a:defRPr>
                      </a:lvl4pPr>
                      <a:lvl5pPr>
                        <a:spcBef>
                          <a:spcPct val="20000"/>
                        </a:spcBef>
                        <a:buClr>
                          <a:schemeClr val="folHlink"/>
                        </a:buClr>
                        <a:buSzPct val="150000"/>
                        <a:defRPr>
                          <a:solidFill>
                            <a:schemeClr val="tx1"/>
                          </a:solidFill>
                          <a:latin typeface="Arial" panose="020B0604020202020204" pitchFamily="34" charset="0"/>
                        </a:defRPr>
                      </a:lvl5pPr>
                      <a:lvl6pPr fontAlgn="base">
                        <a:spcBef>
                          <a:spcPct val="20000"/>
                        </a:spcBef>
                        <a:spcAft>
                          <a:spcPct val="0"/>
                        </a:spcAft>
                        <a:buClr>
                          <a:schemeClr val="folHlink"/>
                        </a:buClr>
                        <a:buSzPct val="150000"/>
                        <a:defRPr>
                          <a:solidFill>
                            <a:schemeClr val="tx1"/>
                          </a:solidFill>
                          <a:latin typeface="Arial" panose="020B0604020202020204" pitchFamily="34" charset="0"/>
                        </a:defRPr>
                      </a:lvl6pPr>
                      <a:lvl7pPr fontAlgn="base">
                        <a:spcBef>
                          <a:spcPct val="20000"/>
                        </a:spcBef>
                        <a:spcAft>
                          <a:spcPct val="0"/>
                        </a:spcAft>
                        <a:buClr>
                          <a:schemeClr val="folHlink"/>
                        </a:buClr>
                        <a:buSzPct val="150000"/>
                        <a:defRPr>
                          <a:solidFill>
                            <a:schemeClr val="tx1"/>
                          </a:solidFill>
                          <a:latin typeface="Arial" panose="020B0604020202020204" pitchFamily="34" charset="0"/>
                        </a:defRPr>
                      </a:lvl7pPr>
                      <a:lvl8pPr fontAlgn="base">
                        <a:spcBef>
                          <a:spcPct val="20000"/>
                        </a:spcBef>
                        <a:spcAft>
                          <a:spcPct val="0"/>
                        </a:spcAft>
                        <a:buClr>
                          <a:schemeClr val="folHlink"/>
                        </a:buClr>
                        <a:buSzPct val="150000"/>
                        <a:defRPr>
                          <a:solidFill>
                            <a:schemeClr val="tx1"/>
                          </a:solidFill>
                          <a:latin typeface="Arial" panose="020B0604020202020204" pitchFamily="34" charset="0"/>
                        </a:defRPr>
                      </a:lvl8pPr>
                      <a:lvl9pPr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a:lnSpc>
                          <a:spcPct val="118000"/>
                        </a:lnSpc>
                        <a:spcBef>
                          <a:spcPts val="0"/>
                        </a:spcBef>
                        <a:spcAft>
                          <a:spcPts val="0"/>
                        </a:spcAft>
                        <a:defRPr sz="3600">
                          <a:solidFill>
                            <a:srgbClr val="000000"/>
                          </a:solidFill>
                          <a:latin typeface="Arial"/>
                        </a:defRPr>
                      </a:pPr>
                      <a:r>
                        <a:rPr sz="3600">
                          <a:solidFill>
                            <a:srgbClr val="000000"/>
                          </a:solidFill>
                          <a:latin typeface="Arial"/>
                        </a:rPr>
                        <a:t>灰色地带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wrap="square">
                      <a:noAutofit/>
                    </a:bodyPr>
                    <a:lstStyle>
                      <a:lvl1pPr>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a:spcBef>
                          <a:spcPct val="20000"/>
                        </a:spcBef>
                        <a:buClr>
                          <a:schemeClr val="accent1"/>
                        </a:buClr>
                        <a:buSzPct val="150000"/>
                        <a:defRPr sz="2200">
                          <a:solidFill>
                            <a:schemeClr val="tx1"/>
                          </a:solidFill>
                          <a:latin typeface="Arial" panose="020B0604020202020204" pitchFamily="34" charset="0"/>
                        </a:defRPr>
                      </a:lvl2pPr>
                      <a:lvl3pPr>
                        <a:spcBef>
                          <a:spcPct val="20000"/>
                        </a:spcBef>
                        <a:buClr>
                          <a:schemeClr val="tx1"/>
                        </a:buClr>
                        <a:buSzPct val="150000"/>
                        <a:defRPr sz="2000">
                          <a:solidFill>
                            <a:schemeClr val="tx1"/>
                          </a:solidFill>
                          <a:latin typeface="Arial" panose="020B0604020202020204" pitchFamily="34" charset="0"/>
                        </a:defRPr>
                      </a:lvl3pPr>
                      <a:lvl4pPr>
                        <a:spcBef>
                          <a:spcPct val="20000"/>
                        </a:spcBef>
                        <a:buClr>
                          <a:schemeClr val="tx2"/>
                        </a:buClr>
                        <a:buSzPct val="150000"/>
                        <a:defRPr>
                          <a:solidFill>
                            <a:schemeClr val="tx1"/>
                          </a:solidFill>
                          <a:latin typeface="Arial" panose="020B0604020202020204" pitchFamily="34" charset="0"/>
                        </a:defRPr>
                      </a:lvl4pPr>
                      <a:lvl5pPr>
                        <a:spcBef>
                          <a:spcPct val="20000"/>
                        </a:spcBef>
                        <a:buClr>
                          <a:schemeClr val="folHlink"/>
                        </a:buClr>
                        <a:buSzPct val="150000"/>
                        <a:defRPr>
                          <a:solidFill>
                            <a:schemeClr val="tx1"/>
                          </a:solidFill>
                          <a:latin typeface="Arial" panose="020B0604020202020204" pitchFamily="34" charset="0"/>
                        </a:defRPr>
                      </a:lvl5pPr>
                      <a:lvl6pPr fontAlgn="base">
                        <a:spcBef>
                          <a:spcPct val="20000"/>
                        </a:spcBef>
                        <a:spcAft>
                          <a:spcPct val="0"/>
                        </a:spcAft>
                        <a:buClr>
                          <a:schemeClr val="folHlink"/>
                        </a:buClr>
                        <a:buSzPct val="150000"/>
                        <a:defRPr>
                          <a:solidFill>
                            <a:schemeClr val="tx1"/>
                          </a:solidFill>
                          <a:latin typeface="Arial" panose="020B0604020202020204" pitchFamily="34" charset="0"/>
                        </a:defRPr>
                      </a:lvl6pPr>
                      <a:lvl7pPr fontAlgn="base">
                        <a:spcBef>
                          <a:spcPct val="20000"/>
                        </a:spcBef>
                        <a:spcAft>
                          <a:spcPct val="0"/>
                        </a:spcAft>
                        <a:buClr>
                          <a:schemeClr val="folHlink"/>
                        </a:buClr>
                        <a:buSzPct val="150000"/>
                        <a:defRPr>
                          <a:solidFill>
                            <a:schemeClr val="tx1"/>
                          </a:solidFill>
                          <a:latin typeface="Arial" panose="020B0604020202020204" pitchFamily="34" charset="0"/>
                        </a:defRPr>
                      </a:lvl7pPr>
                      <a:lvl8pPr fontAlgn="base">
                        <a:spcBef>
                          <a:spcPct val="20000"/>
                        </a:spcBef>
                        <a:spcAft>
                          <a:spcPct val="0"/>
                        </a:spcAft>
                        <a:buClr>
                          <a:schemeClr val="folHlink"/>
                        </a:buClr>
                        <a:buSzPct val="150000"/>
                        <a:defRPr>
                          <a:solidFill>
                            <a:schemeClr val="tx1"/>
                          </a:solidFill>
                          <a:latin typeface="Arial" panose="020B0604020202020204" pitchFamily="34" charset="0"/>
                        </a:defRPr>
                      </a:lvl8pPr>
                      <a:lvl9pPr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a:lnSpc>
                          <a:spcPct val="118000"/>
                        </a:lnSpc>
                        <a:spcBef>
                          <a:spcPts val="0"/>
                        </a:spcBef>
                        <a:spcAft>
                          <a:spcPts val="0"/>
                        </a:spcAft>
                        <a:defRPr sz="3600">
                          <a:solidFill>
                            <a:srgbClr val="000000"/>
                          </a:solidFill>
                          <a:latin typeface="Arial"/>
                        </a:defRPr>
                      </a:pPr>
                      <a:r>
                        <a:rPr sz="3600">
                          <a:solidFill>
                            <a:srgbClr val="000000"/>
                          </a:solidFill>
                          <a:latin typeface="Arial"/>
                        </a:rPr>
                        <a:t>公共工程流程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4997185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18205B1A-5FE4-4F5D-A22E-EC7D95393D3A}"/>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采购流程</a:t>
            </a:r>
          </a:p>
        </p:txBody>
      </p:sp>
      <p:sp>
        <p:nvSpPr>
          <p:cNvPr id="81923" name="Rectangle 3">
            <a:extLst>
              <a:ext uri="{FF2B5EF4-FFF2-40B4-BE49-F238E27FC236}">
                <a16:creationId xmlns:a16="http://schemas.microsoft.com/office/drawing/2014/main" id="{D8C64611-0579-4685-985A-822CDBFBECD8}"/>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州政府机构通常拥有最高10,000美元的授权采购权限</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高等教育机构拥有独立权限</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请参阅《华盛顿采购手册》：</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http://www.ga.wa.gov/PCA/Manual.htm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40E0C5E3-3BFE-477F-9442-E6156E051474}"/>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公共工程流程</a:t>
            </a:r>
          </a:p>
        </p:txBody>
      </p:sp>
      <p:sp>
        <p:nvSpPr>
          <p:cNvPr id="82947" name="Rectangle 3">
            <a:extLst>
              <a:ext uri="{FF2B5EF4-FFF2-40B4-BE49-F238E27FC236}">
                <a16:creationId xmlns:a16="http://schemas.microsoft.com/office/drawing/2014/main" id="{AB541DD4-EB98-4430-B239-060FADA529AF}"/>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有限公共工程</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小型工程名录</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任务订单合同</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公开招标项目</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超过1000万美元的其他替代流程</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总承包商/施工经理</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设计-建造</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896558B-BFB7-4764-8AE7-25613843AA5C}"/>
              </a:ext>
            </a:extLst>
          </p:cNvPr>
          <p:cNvSpPr>
            <a:spLocks noGrp="1" noChangeArrowheads="1"/>
          </p:cNvSpPr>
          <p:nvPr>
            <p:ph type="title"/>
          </p:nvPr>
        </p:nvSpPr>
        <p:spPr>
          <a:xfrm>
            <a:off x="762000" y="533400"/>
            <a:ext cx="7696200" cy="9906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小型工程名册</a:t>
            </a:r>
          </a:p>
        </p:txBody>
      </p:sp>
      <p:sp>
        <p:nvSpPr>
          <p:cNvPr id="26627" name="Rectangle 3">
            <a:extLst>
              <a:ext uri="{FF2B5EF4-FFF2-40B4-BE49-F238E27FC236}">
                <a16:creationId xmlns:a16="http://schemas.microsoft.com/office/drawing/2014/main" id="{D7726645-0E32-4A65-AEB1-3CAF45C43E29}"/>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RCW 39.04.155</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小型工程名册——询价程序：</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估算造价低于二十万美元的施工、维修或改造项目，可免除RCW 39.04.010所规定的必须通过公开招标和竞争性投标授予合同的要求。</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54D4BB3C-7263-48C1-8A89-91ADFDA1A3D2}"/>
              </a:ext>
            </a:extLst>
          </p:cNvPr>
          <p:cNvSpPr>
            <a:spLocks noGrp="1" noChangeArrowheads="1"/>
          </p:cNvSpPr>
          <p:nvPr>
            <p:ph type="title"/>
          </p:nvPr>
        </p:nvSpPr>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83971" name="Rectangle 3">
            <a:extLst>
              <a:ext uri="{FF2B5EF4-FFF2-40B4-BE49-F238E27FC236}">
                <a16:creationId xmlns:a16="http://schemas.microsoft.com/office/drawing/2014/main" id="{5D270492-5EEB-40F4-8D0B-3B7E01CC50D9}"/>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描述有限公共工程流程的手册可在线获取：</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http://www.ga.wa.gov/eas/doc-form.htm</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手册中引用的表格可在同一网站获取。</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307B9B-D699-4B4A-83CB-D5DF10C64FC6}"/>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27651" name="Rectangle 3">
            <a:extLst>
              <a:ext uri="{FF2B5EF4-FFF2-40B4-BE49-F238E27FC236}">
                <a16:creationId xmlns:a16="http://schemas.microsoft.com/office/drawing/2014/main" id="{7D4E3D10-2935-48F5-BCD9-08866627B3D7}"/>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有限公共工程是一种适用于预算低于35,000美元项目的流程。根据《华盛顿州修订法典》（RCW）39.04.155，因成本低于35,000美元，我们可通过“小型工程名册”直接征求承包商，无需发布公开招标公告。</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01F92D02-564C-4936-B326-70BF5B3F5FC2}"/>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28675" name="Rectangle 3">
            <a:extLst>
              <a:ext uri="{FF2B5EF4-FFF2-40B4-BE49-F238E27FC236}">
                <a16:creationId xmlns:a16="http://schemas.microsoft.com/office/drawing/2014/main" id="{B53571AF-743E-4B45-98DC-5BDA68C451C1}"/>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建筑师/工程师合同服务</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根据RCW 39.80，A/E按资质遴选</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E&amp;AS维护有随时启用的A/E合同，供各州机构使用</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部分LPW项目在设计阶段无需签订A/E合同</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53E3EB6-356B-4823-8750-B842030282D4}"/>
              </a:ext>
            </a:extLst>
          </p:cNvPr>
          <p:cNvSpPr>
            <a:spLocks noGrp="1" noChangeArrowheads="1"/>
          </p:cNvSpPr>
          <p:nvPr>
            <p:ph type="title"/>
          </p:nvPr>
        </p:nvSpPr>
        <p:spPr>
          <a:xfrm>
            <a:off x="762000" y="533400"/>
            <a:ext cx="7696200" cy="9906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29699" name="Rectangle 3">
            <a:extLst>
              <a:ext uri="{FF2B5EF4-FFF2-40B4-BE49-F238E27FC236}">
                <a16:creationId xmlns:a16="http://schemas.microsoft.com/office/drawing/2014/main" id="{E791E38B-277B-46D7-AF05-51650F552297}"/>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编制招标文件包，包括：</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封面（含项目编号、标题和地点）</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目录</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招标邀请书</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通用条款（如提供可供承包商审阅的版本，可在技术规范中引用）</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投标报价单</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技术规范（含详细项目工作范围）</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相关图纸</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DF31B7F-F8DE-410B-BC8A-CFF3BDA2D6FD}"/>
              </a:ext>
            </a:extLst>
          </p:cNvPr>
          <p:cNvSpPr>
            <a:spLocks noGrp="1" noChangeArrowheads="1"/>
          </p:cNvSpPr>
          <p:nvPr>
            <p:ph type="title"/>
          </p:nvPr>
        </p:nvSpPr>
        <p:spPr>
          <a:xfrm>
            <a:off x="762000" y="533400"/>
            <a:ext cx="7696200" cy="9906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30723" name="Rectangle 3">
            <a:extLst>
              <a:ext uri="{FF2B5EF4-FFF2-40B4-BE49-F238E27FC236}">
                <a16:creationId xmlns:a16="http://schemas.microsoft.com/office/drawing/2014/main" id="{9AF0E554-6347-42F7-B7F3-B69C1CCFBA0D}"/>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800">
                <a:solidFill>
                  <a:srgbClr val="000000"/>
                </a:solidFill>
                <a:latin typeface="Microsoft YaHei"/>
              </a:defRPr>
            </a:pPr>
            <a:r>
              <a:rPr sz="2800">
                <a:solidFill>
                  <a:srgbClr val="000000"/>
                </a:solidFill>
                <a:latin typeface="Microsoft YaHei"/>
              </a:rPr>
              <a:t>利用小型工程名册编制具备资质且持证的承包商名单</a:t>
            </a:r>
          </a:p>
          <a:p>
            <a:pPr>
              <a:lnSpc>
                <a:spcPct val="118000"/>
              </a:lnSpc>
              <a:spcBef>
                <a:spcPts val="0"/>
              </a:spcBef>
              <a:spcAft>
                <a:spcPts val="0"/>
              </a:spcAft>
              <a:defRPr sz="2800">
                <a:solidFill>
                  <a:srgbClr val="000000"/>
                </a:solidFill>
                <a:latin typeface="Microsoft YaHei"/>
              </a:defRPr>
            </a:pPr>
            <a:r>
              <a:rPr sz="2800">
                <a:solidFill>
                  <a:srgbClr val="000000"/>
                </a:solidFill>
                <a:latin typeface="Microsoft YaHei"/>
              </a:rPr>
              <a:t>- 通知位于您所在地区且具备相关专业资质的承包商</a:t>
            </a:r>
          </a:p>
          <a:p>
            <a:pPr>
              <a:lnSpc>
                <a:spcPct val="118000"/>
              </a:lnSpc>
              <a:spcBef>
                <a:spcPts val="0"/>
              </a:spcBef>
              <a:spcAft>
                <a:spcPts val="0"/>
              </a:spcAft>
              <a:defRPr sz="2800">
                <a:solidFill>
                  <a:srgbClr val="000000"/>
                </a:solidFill>
                <a:latin typeface="Microsoft YaHei"/>
              </a:defRPr>
            </a:pPr>
            <a:r>
              <a:rPr sz="2800">
                <a:solidFill>
                  <a:srgbClr val="000000"/>
                </a:solidFill>
                <a:latin typeface="Microsoft YaHei"/>
              </a:rPr>
              <a:t>- 将 MBE 和 WBE 承包商纳入考量</a:t>
            </a:r>
          </a:p>
          <a:p>
            <a:pPr>
              <a:lnSpc>
                <a:spcPct val="118000"/>
              </a:lnSpc>
              <a:spcBef>
                <a:spcPts val="0"/>
              </a:spcBef>
              <a:spcAft>
                <a:spcPts val="0"/>
              </a:spcAft>
              <a:defRPr sz="2800">
                <a:solidFill>
                  <a:srgbClr val="000000"/>
                </a:solidFill>
                <a:latin typeface="Microsoft YaHei"/>
              </a:defRPr>
            </a:pPr>
            <a:r>
              <a:rPr sz="2800">
                <a:solidFill>
                  <a:srgbClr val="000000"/>
                </a:solidFill>
                <a:latin typeface="Microsoft YaHei"/>
              </a:rPr>
              <a:t>向有意参与的承包商发送招标文件包，并附注标前会议的时间与日期通知</a:t>
            </a:r>
          </a:p>
          <a:p>
            <a:pPr>
              <a:lnSpc>
                <a:spcPct val="118000"/>
              </a:lnSpc>
              <a:spcBef>
                <a:spcPts val="0"/>
              </a:spcBef>
              <a:spcAft>
                <a:spcPts val="0"/>
              </a:spcAft>
              <a:defRPr sz="2800">
                <a:solidFill>
                  <a:srgbClr val="000000"/>
                </a:solidFill>
                <a:latin typeface="Microsoft YaHei"/>
              </a:defRPr>
            </a:pPr>
            <a:r>
              <a:rPr sz="2800">
                <a:solidFill>
                  <a:srgbClr val="000000"/>
                </a:solidFill>
                <a:latin typeface="Microsoft YaHei"/>
              </a:rPr>
              <a:t>召开标前会议</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7453F23-271A-4B82-A9DA-6F56CE3B3AFC}"/>
              </a:ext>
            </a:extLst>
          </p:cNvPr>
          <p:cNvSpPr>
            <a:spLocks noGrp="1" noChangeArrowheads="1"/>
          </p:cNvSpPr>
          <p:nvPr>
            <p:ph type="title"/>
          </p:nvPr>
        </p:nvSpPr>
        <p:spPr>
          <a:xfrm>
            <a:off x="762000" y="533400"/>
            <a:ext cx="7696200" cy="9906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31747" name="Rectangle 3">
            <a:extLst>
              <a:ext uri="{FF2B5EF4-FFF2-40B4-BE49-F238E27FC236}">
                <a16:creationId xmlns:a16="http://schemas.microsoft.com/office/drawing/2014/main" id="{C2ECEB9F-E9E9-409A-9236-7B7D62A30E0D}"/>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将承包商问答整理为合同文件的补充文件</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向所有收到投标包的承包商分发该补充文件</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接收并开启投标文件</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在信封上记录日期、时间及签名缩写</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至少由两名工作人员共同开启投标文件</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在投标汇总表上记录报价</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6AB7FE21-F3AC-4C0B-8DA5-42744AA10407}"/>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32771" name="Rectangle 3">
            <a:extLst>
              <a:ext uri="{FF2B5EF4-FFF2-40B4-BE49-F238E27FC236}">
                <a16:creationId xmlns:a16="http://schemas.microsoft.com/office/drawing/2014/main" id="{6C8C0396-53CA-4214-AA6B-FF82E35D744F}"/>
              </a:ext>
            </a:extLst>
          </p:cNvPr>
          <p:cNvSpPr>
            <a:spLocks noGrp="1" noChangeArrowheads="1"/>
          </p:cNvSpPr>
          <p:nvPr>
            <p:ph type="body" idx="1"/>
          </p:nvPr>
        </p:nvSpPr>
        <p:spPr>
          <a:xfrm>
            <a:off x="457200" y="1676400"/>
            <a:ext cx="8178800" cy="4381500"/>
          </a:xfrm>
        </p:spPr>
        <p:txBody>
          <a:bodyPr wrap="square">
            <a:noAutofit/>
          </a:bodyPr>
          <a:lstStyle/>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通知所有投标人中标结果</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准备LPW合同</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核实承包商资质（致电劳工与工业局承包商注册处 (360) 902-5202）</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合同附保函豁免/保函表格/保险证明及/或保留金保函表格</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转交函</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保留金投资表</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致保险代理人的转交函需附上保险证明表、保险要求及保函表</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E571C60-A9C9-49D6-BAF8-74D120AFAE04}"/>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33795" name="Rectangle 3">
            <a:extLst>
              <a:ext uri="{FF2B5EF4-FFF2-40B4-BE49-F238E27FC236}">
                <a16:creationId xmlns:a16="http://schemas.microsoft.com/office/drawing/2014/main" id="{3E21F517-8E6E-49CC-9EC3-C92AB224A6A3}"/>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将合同发送给承包商</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从承包商处收回合同</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核实合同要求是否已满足</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承包商未对文件作任何修改</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合同已签署</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保险保障已列明于州证书中</a:t>
            </a:r>
          </a:p>
          <a:p>
            <a:pPr>
              <a:lnSpc>
                <a:spcPct val="118000"/>
              </a:lnSpc>
              <a:spcBef>
                <a:spcPts val="0"/>
              </a:spcBef>
              <a:spcAft>
                <a:spcPts val="0"/>
              </a:spcAft>
              <a:defRPr sz="2700">
                <a:solidFill>
                  <a:srgbClr val="000000"/>
                </a:solidFill>
                <a:latin typeface="Microsoft YaHei"/>
              </a:defRPr>
            </a:pPr>
            <a:r>
              <a:rPr sz="2700">
                <a:solidFill>
                  <a:srgbClr val="000000"/>
                </a:solidFill>
                <a:latin typeface="Microsoft YaHei"/>
              </a:rPr>
              <a:t>- 保险证书显示所需保障范围</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0E56696-CE2B-46EC-BE0D-CB5096C98989}"/>
              </a:ext>
            </a:extLst>
          </p:cNvPr>
          <p:cNvSpPr>
            <a:spLocks noGrp="1" noChangeArrowheads="1"/>
          </p:cNvSpPr>
          <p:nvPr>
            <p:ph type="title"/>
          </p:nvPr>
        </p:nvSpPr>
        <p:spPr>
          <a:xfrm>
            <a:off x="762000" y="533400"/>
            <a:ext cx="7696200" cy="9906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34819" name="Rectangle 3">
            <a:extLst>
              <a:ext uri="{FF2B5EF4-FFF2-40B4-BE49-F238E27FC236}">
                <a16:creationId xmlns:a16="http://schemas.microsoft.com/office/drawing/2014/main" id="{7DCE2DC6-24AA-4988-8C60-DAD754B7FAB5}"/>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核实合同要求（续）</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保险生效日期需覆盖合同期限</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保险公司须获保险专员办公室认可（电话：(360) 753-7307）</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签署付款与履约保函豁免书，或提供付款与履约保函；如需，请提供扣留金保函表格</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2B0D09B-D694-4725-8C92-8C91706D7651}"/>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35843" name="Rectangle 3">
            <a:extLst>
              <a:ext uri="{FF2B5EF4-FFF2-40B4-BE49-F238E27FC236}">
                <a16:creationId xmlns:a16="http://schemas.microsoft.com/office/drawing/2014/main" id="{6BAD285D-A5DA-4B0F-875A-DF2F6A1DE241}"/>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合同官员签署合同</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签发开工通知</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向承包商发送NTP通知函</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发送发票凭证表格</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向L&amp;I发送中标通知书</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如需变更指令，请遵循合同要求</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6DCD6BA-EC55-4EBE-B889-B5BF37E5FF21}"/>
              </a:ext>
            </a:extLst>
          </p:cNvPr>
          <p:cNvSpPr>
            <a:spLocks noGrp="1" noChangeArrowheads="1"/>
          </p:cNvSpPr>
          <p:nvPr>
            <p:ph type="title"/>
          </p:nvPr>
        </p:nvSpPr>
        <p:spPr>
          <a:xfrm>
            <a:off x="762000" y="533400"/>
            <a:ext cx="7696200" cy="8382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36867" name="Rectangle 3">
            <a:extLst>
              <a:ext uri="{FF2B5EF4-FFF2-40B4-BE49-F238E27FC236}">
                <a16:creationId xmlns:a16="http://schemas.microsoft.com/office/drawing/2014/main" id="{0F5F8643-54C9-48E0-BC04-59DB10A9B695}"/>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处理承包商发票</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首次提交发票时须附L&amp;I《支付现行工资意向书》表单</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核实/批准承包商价值进度表中的完工百分比</a:t>
            </a:r>
          </a:p>
          <a:p>
            <a:pPr>
              <a:lnSpc>
                <a:spcPct val="118000"/>
              </a:lnSpc>
              <a:spcBef>
                <a:spcPts val="0"/>
              </a:spcBef>
              <a:spcAft>
                <a:spcPts val="0"/>
              </a:spcAft>
              <a:defRPr sz="2400">
                <a:solidFill>
                  <a:srgbClr val="000000"/>
                </a:solidFill>
                <a:latin typeface="Microsoft YaHei"/>
              </a:defRPr>
            </a:pPr>
            <a:r>
              <a:rPr sz="2400">
                <a:solidFill>
                  <a:srgbClr val="000000"/>
                </a:solidFill>
                <a:latin typeface="Microsoft YaHei"/>
              </a:rPr>
              <a:t>- 审批发票并安排付款</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5B9340B-2F26-45CC-9B38-64B1D6A5299A}"/>
              </a:ext>
            </a:extLst>
          </p:cNvPr>
          <p:cNvSpPr>
            <a:spLocks noGrp="1" noChangeArrowheads="1"/>
          </p:cNvSpPr>
          <p:nvPr>
            <p:ph type="title"/>
          </p:nvPr>
        </p:nvSpPr>
        <p:spPr>
          <a:xfrm>
            <a:off x="762000" y="533400"/>
            <a:ext cx="7696200" cy="7620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37891" name="Rectangle 3">
            <a:extLst>
              <a:ext uri="{FF2B5EF4-FFF2-40B4-BE49-F238E27FC236}">
                <a16:creationId xmlns:a16="http://schemas.microsoft.com/office/drawing/2014/main" id="{058B76E6-34E2-42FB-8DF9-73615D9D4658}"/>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执行项目最终验收检查</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视情况编制整改清单</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确认整改清单事项已修正</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确定合同验收日期</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出具验收函</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提交完工通知单</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合同金额低于20,000美元者，直接发送至就业安全局</a:t>
            </a:r>
          </a:p>
          <a:p>
            <a:pPr>
              <a:lnSpc>
                <a:spcPct val="118000"/>
              </a:lnSpc>
              <a:spcBef>
                <a:spcPts val="0"/>
              </a:spcBef>
              <a:spcAft>
                <a:spcPts val="0"/>
              </a:spcAft>
              <a:defRPr sz="2200">
                <a:solidFill>
                  <a:srgbClr val="000000"/>
                </a:solidFill>
                <a:latin typeface="Microsoft YaHei"/>
              </a:defRPr>
            </a:pPr>
            <a:r>
              <a:rPr sz="2200">
                <a:solidFill>
                  <a:srgbClr val="000000"/>
                </a:solidFill>
                <a:latin typeface="Microsoft YaHei"/>
              </a:rPr>
              <a:t>- 合同金额超过20,000美元者，发送至税务局</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47D97BB-6E43-4F0A-9F2A-FF0C4E9ECF6F}"/>
              </a:ext>
            </a:extLst>
          </p:cNvPr>
          <p:cNvSpPr>
            <a:spLocks noGrp="1" noChangeArrowheads="1"/>
          </p:cNvSpPr>
          <p:nvPr>
            <p:ph type="title"/>
          </p:nvPr>
        </p:nvSpPr>
        <p:spPr>
          <a:xfrm>
            <a:off x="762000" y="533400"/>
            <a:ext cx="7696200" cy="9906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38915" name="Rectangle 3">
            <a:extLst>
              <a:ext uri="{FF2B5EF4-FFF2-40B4-BE49-F238E27FC236}">
                <a16:creationId xmlns:a16="http://schemas.microsoft.com/office/drawing/2014/main" id="{A1DB4FBC-FD15-4BA9-A843-D2E8C5766F43}"/>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最终付款</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留置权期限已届满（自验收之日起45天内）</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收取承包商提交的《工资支付证明》</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收取劳工与工业部（L&amp;I）的解除通知</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收取就业保障部门的解除通知</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针对金额超过20,000美元的合同，收取税务局的解除通知</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释放合同保留金</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56728F4C-201C-40D6-B6A8-E5941775A7A5}"/>
              </a:ext>
            </a:extLst>
          </p:cNvPr>
          <p:cNvSpPr>
            <a:spLocks noGrp="1" noChangeArrowheads="1"/>
          </p:cNvSpPr>
          <p:nvPr>
            <p:ph type="title"/>
          </p:nvPr>
        </p:nvSpPr>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71683" name="Rectangle 3">
            <a:extLst>
              <a:ext uri="{FF2B5EF4-FFF2-40B4-BE49-F238E27FC236}">
                <a16:creationId xmlns:a16="http://schemas.microsoft.com/office/drawing/2014/main" id="{A560FC3F-F409-48A5-AACC-9CD5705E7CC6}"/>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5400">
                <a:solidFill>
                  <a:srgbClr val="000000"/>
                </a:solidFill>
                <a:latin typeface="Microsoft YaHei"/>
              </a:defRPr>
            </a:pPr>
            <a:r>
              <a:rPr sz="5400">
                <a:solidFill>
                  <a:srgbClr val="000000"/>
                </a:solidFill>
                <a:latin typeface="Microsoft YaHei"/>
              </a:rPr>
              <a:t>问题？</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B258479F-25A2-4A87-A38E-73C441742298}"/>
              </a:ext>
            </a:extLst>
          </p:cNvPr>
          <p:cNvSpPr>
            <a:spLocks noGrp="1" noChangeArrowheads="1"/>
          </p:cNvSpPr>
          <p:nvPr>
            <p:ph type="title"/>
          </p:nvPr>
        </p:nvSpPr>
        <p:spPr>
          <a:xfrm>
            <a:off x="762000" y="533400"/>
            <a:ext cx="7696200" cy="914400"/>
          </a:xfrm>
        </p:spPr>
        <p:txBody>
          <a:bodyPr wrap="square">
            <a:noAutofit/>
          </a:bodyPr>
          <a:lstStyle/>
          <a:p>
            <a:pPr>
              <a:lnSpc>
                <a:spcPct val="118000"/>
              </a:lnSpc>
              <a:spcBef>
                <a:spcPts val="0"/>
              </a:spcBef>
              <a:spcAft>
                <a:spcPts val="0"/>
              </a:spcAft>
              <a:defRPr sz="3200">
                <a:solidFill>
                  <a:srgbClr val="000000"/>
                </a:solidFill>
                <a:latin typeface="Microsoft YaHei"/>
              </a:defRPr>
            </a:pPr>
            <a:r>
              <a:rPr sz="3200">
                <a:solidFill>
                  <a:srgbClr val="000000"/>
                </a:solidFill>
                <a:latin typeface="Microsoft YaHei"/>
              </a:rPr>
              <a:t>有限公共工程</a:t>
            </a:r>
          </a:p>
        </p:txBody>
      </p:sp>
      <p:sp>
        <p:nvSpPr>
          <p:cNvPr id="39939" name="Rectangle 3">
            <a:extLst>
              <a:ext uri="{FF2B5EF4-FFF2-40B4-BE49-F238E27FC236}">
                <a16:creationId xmlns:a16="http://schemas.microsoft.com/office/drawing/2014/main" id="{375D67A0-DF50-4CDF-B24A-A6CB02493473}"/>
              </a:ext>
            </a:extLst>
          </p:cNvPr>
          <p:cNvSpPr>
            <a:spLocks noGrp="1" noChangeArrowheads="1"/>
          </p:cNvSpPr>
          <p:nvPr>
            <p:ph type="body" idx="1"/>
          </p:nvPr>
        </p:nvSpPr>
        <p:spPr>
          <a:xfrm>
            <a:off x="381000" y="1905000"/>
            <a:ext cx="8382000" cy="4038600"/>
          </a:xfrm>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重要联系电话</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E&amp;AS合同部	    (360) 902-7272</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L&amp;I承包商注册  (360) 902-5202</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L&amp;I合同解除	    (360) 902-4764</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就业安全局	    (360) 902-9626</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税务局		    (360) 753-3830</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B7FC28B-850E-4243-8BED-138EC0A4E91C}"/>
              </a:ext>
            </a:extLst>
          </p:cNvPr>
          <p:cNvSpPr>
            <a:spLocks noGrp="1" noChangeArrowheads="1"/>
          </p:cNvSpPr>
          <p:nvPr>
            <p:ph type="title"/>
          </p:nvPr>
        </p:nvSpPr>
        <p:spPr/>
        <p:txBody>
          <a:bodyPr wrap="square">
            <a:noAutofit/>
          </a:bodyPr>
          <a:lstStyle/>
          <a:p>
            <a:pPr>
              <a:lnSpc>
                <a:spcPct val="118000"/>
              </a:lnSpc>
              <a:spcBef>
                <a:spcPts val="0"/>
              </a:spcBef>
              <a:spcAft>
                <a:spcPts val="0"/>
              </a:spcAft>
              <a:defRPr sz="2500">
                <a:solidFill>
                  <a:srgbClr val="000000"/>
                </a:solidFill>
                <a:latin typeface="Microsoft YaHei"/>
              </a:defRPr>
            </a:pPr>
            <a:r>
              <a:rPr sz="2500">
                <a:solidFill>
                  <a:srgbClr val="000000"/>
                </a:solidFill>
                <a:latin typeface="Microsoft YaHei"/>
              </a:rPr>
              <a:t>工程与建筑服务处</a:t>
            </a:r>
          </a:p>
        </p:txBody>
      </p:sp>
      <p:sp>
        <p:nvSpPr>
          <p:cNvPr id="40963" name="Rectangle 3">
            <a:extLst>
              <a:ext uri="{FF2B5EF4-FFF2-40B4-BE49-F238E27FC236}">
                <a16:creationId xmlns:a16="http://schemas.microsoft.com/office/drawing/2014/main" id="{54B37632-2F5A-4D00-AC9A-4AD1B388598F}"/>
              </a:ext>
            </a:extLst>
          </p:cNvPr>
          <p:cNvSpPr>
            <a:spLocks noGrp="1" noChangeArrowheads="1"/>
          </p:cNvSpPr>
          <p:nvPr>
            <p:ph type="body" idx="1"/>
          </p:nvPr>
        </p:nvSpPr>
        <p:spPr/>
        <p:txBody>
          <a:bodyPr wrap="square">
            <a:noAutofit/>
          </a:bodyPr>
          <a:lstStyle/>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如果您有其他问题或需要我们的标准文件副本，请联系我们</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jlynch@ga.wa.gov</a:t>
            </a:r>
          </a:p>
          <a:p>
            <a:pPr>
              <a:lnSpc>
                <a:spcPct val="118000"/>
              </a:lnSpc>
              <a:spcBef>
                <a:spcPts val="0"/>
              </a:spcBef>
              <a:spcAft>
                <a:spcPts val="0"/>
              </a:spcAft>
              <a:defRPr sz="2000">
                <a:solidFill>
                  <a:srgbClr val="000000"/>
                </a:solidFill>
                <a:latin typeface="Microsoft YaHei"/>
              </a:defRPr>
            </a:pPr>
            <a:r>
              <a:rPr sz="2000">
                <a:solidFill>
                  <a:srgbClr val="000000"/>
                </a:solidFill>
                <a:latin typeface="Microsoft YaHei"/>
              </a:rPr>
              <a:t>- rorr@ga.wa.gov</a:t>
            </a:r>
          </a:p>
        </p:txBody>
      </p:sp>
    </p:spTree>
  </p:cSld>
  <p:clrMapOvr>
    <a:masterClrMapping/>
  </p:clrMapOvr>
</p:sld>
</file>

<file path=ppt/theme/theme1.xml><?xml version="1.0" encoding="utf-8"?>
<a:theme xmlns:a="http://schemas.openxmlformats.org/drawingml/2006/main" name="Studio">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GA-PPtemplate</Template>
  <TotalTime>807</TotalTime>
  <Words>1897</Words>
  <Application>Microsoft Office PowerPoint</Application>
  <PresentationFormat>全屏显示(4:3)</PresentationFormat>
  <Paragraphs>314</Paragraphs>
  <Slides>52</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52</vt:i4>
      </vt:variant>
    </vt:vector>
  </HeadingPairs>
  <TitlesOfParts>
    <vt:vector size="59" baseType="lpstr">
      <vt:lpstr>Times New Roman</vt:lpstr>
      <vt:lpstr>Arial Black</vt:lpstr>
      <vt:lpstr>Arial</vt:lpstr>
      <vt:lpstr>Wingdings</vt:lpstr>
      <vt:lpstr>Tahoma</vt:lpstr>
      <vt:lpstr>Studio</vt:lpstr>
      <vt:lpstr>Default Design</vt:lpstr>
      <vt:lpstr>PowerPoint 演示文稿</vt:lpstr>
      <vt:lpstr>Division of Engineering and Architectural Services</vt:lpstr>
      <vt:lpstr>Objectives for Today</vt:lpstr>
      <vt:lpstr>Characteristics of Public Works</vt:lpstr>
      <vt:lpstr>State Statute References</vt:lpstr>
      <vt:lpstr>Example Project #1</vt:lpstr>
      <vt:lpstr>Example Projects</vt:lpstr>
      <vt:lpstr>Example Projects</vt:lpstr>
      <vt:lpstr>Example Project #2</vt:lpstr>
      <vt:lpstr>Example Projects</vt:lpstr>
      <vt:lpstr>Example Projects</vt:lpstr>
      <vt:lpstr>Example Project #3</vt:lpstr>
      <vt:lpstr>Example Projects</vt:lpstr>
      <vt:lpstr>Example Projects</vt:lpstr>
      <vt:lpstr>Example #4</vt:lpstr>
      <vt:lpstr>Example Projects</vt:lpstr>
      <vt:lpstr>Example Projects</vt:lpstr>
      <vt:lpstr>Example #5</vt:lpstr>
      <vt:lpstr>Example Projects</vt:lpstr>
      <vt:lpstr>Example Projects</vt:lpstr>
      <vt:lpstr>Example Project #6</vt:lpstr>
      <vt:lpstr>Example Project #6</vt:lpstr>
      <vt:lpstr>Example Projects</vt:lpstr>
      <vt:lpstr>Example Projects</vt:lpstr>
      <vt:lpstr>Example Project #7</vt:lpstr>
      <vt:lpstr>Example Projects</vt:lpstr>
      <vt:lpstr>Example Projects</vt:lpstr>
      <vt:lpstr>Example #8</vt:lpstr>
      <vt:lpstr>Example Projects</vt:lpstr>
      <vt:lpstr>Example Projects</vt:lpstr>
      <vt:lpstr>Example Projects</vt:lpstr>
      <vt:lpstr>The Ideal World</vt:lpstr>
      <vt:lpstr>The Real World</vt:lpstr>
      <vt:lpstr>Purchasing Process</vt:lpstr>
      <vt:lpstr>Public Works Process</vt:lpstr>
      <vt:lpstr>Small Works Roster</vt:lpstr>
      <vt:lpstr>Limited Public Works</vt:lpstr>
      <vt:lpstr>Limited Public Works</vt:lpstr>
      <vt:lpstr>Limited Public Works</vt:lpstr>
      <vt:lpstr>Limited Public Works </vt:lpstr>
      <vt:lpstr>Limited Public Works</vt:lpstr>
      <vt:lpstr>Limited Public Works</vt:lpstr>
      <vt:lpstr>Limited Public Works</vt:lpstr>
      <vt:lpstr>Limited Public Works</vt:lpstr>
      <vt:lpstr>Limited Public Works</vt:lpstr>
      <vt:lpstr>Limited Public Works</vt:lpstr>
      <vt:lpstr>Limited Public Works</vt:lpstr>
      <vt:lpstr>Limited Public Works</vt:lpstr>
      <vt:lpstr>Limited Public Works</vt:lpstr>
      <vt:lpstr>Limited Public Works</vt:lpstr>
      <vt:lpstr>Limited Public Works</vt:lpstr>
      <vt:lpstr>Division of Engineering and Architectural Services</vt:lpstr>
    </vt:vector>
  </TitlesOfParts>
  <Company>General Administration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General Administration</dc:title>
  <dc:creator>EAS-CHECKOUT</dc:creator>
  <cp:lastModifiedBy>家梁</cp:lastModifiedBy>
  <cp:revision>24</cp:revision>
  <dcterms:created xsi:type="dcterms:W3CDTF">1999-10-28T03:08:16Z</dcterms:created>
  <dcterms:modified xsi:type="dcterms:W3CDTF">2026-04-22T03:53:48Z</dcterms:modified>
</cp:coreProperties>
</file>