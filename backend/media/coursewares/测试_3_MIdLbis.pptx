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9"/>
  </p:notesMasterIdLst>
  <p:sldIdLst>
    <p:sldId id="266" r:id="rId2"/>
    <p:sldId id="270" r:id="rId3"/>
    <p:sldId id="269" r:id="rId4"/>
    <p:sldId id="273" r:id="rId5"/>
    <p:sldId id="271" r:id="rId6"/>
    <p:sldId id="272" r:id="rId7"/>
    <p:sldId id="274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32B4F"/>
    <a:srgbClr val="3E1A27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6" d="100"/>
          <a:sy n="46" d="100"/>
        </p:scale>
        <p:origin x="-64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107178-8416-4669-BA28-11CA4400F994}" type="datetimeFigureOut">
              <a:rPr lang="en-US" smtClean="0"/>
              <a:pPr/>
              <a:t>6/21/2012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DE9C8B-E72F-448F-AF4E-050EBC9EEA1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DE9C8B-E72F-448F-AF4E-050EBC9EEA1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 cstate="print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65760" y="4558937"/>
            <a:ext cx="5043488" cy="1107486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29643" y="5871754"/>
            <a:ext cx="2866163" cy="811530"/>
          </a:xfrm>
        </p:spPr>
        <p:txBody>
          <a:bodyPr/>
          <a:lstStyle>
            <a:lvl1pPr marL="0" indent="0">
              <a:buFontTx/>
              <a:buNone/>
              <a:defRPr sz="2200"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70C0"/>
              </a:buClr>
              <a:defRPr/>
            </a:lvl1pPr>
            <a:lvl2pPr>
              <a:buClr>
                <a:srgbClr val="FFC000"/>
              </a:buClr>
              <a:defRPr/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C5A05E-A213-4149-B1CF-218E899D5A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912938"/>
            <a:ext cx="4202113" cy="41878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97413" y="1912938"/>
            <a:ext cx="4202112" cy="41878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3C5A05E-A213-4149-B1CF-218E899D5A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3C5A05E-A213-4149-B1CF-218E899D5A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3C5A05E-A213-4149-B1CF-218E899D5A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7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8610" y="750570"/>
            <a:ext cx="5669280" cy="99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1912938"/>
            <a:ext cx="8556625" cy="418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23838" y="6302375"/>
            <a:ext cx="1076325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Frutiger LT Std 55 Roman" pitchFamily="34" charset="0"/>
              </a:defRPr>
            </a:lvl1pPr>
          </a:lstStyle>
          <a:p>
            <a:fld id="{43C5A05E-A213-4149-B1CF-218E899D5A7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6" r:id="rId3"/>
    <p:sldLayoutId id="2147483678" r:id="rId4"/>
    <p:sldLayoutId id="2147483679" r:id="rId5"/>
  </p:sldLayoutIdLst>
  <p:transition>
    <p:wipe dir="r"/>
  </p:transition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5F5F5F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5F5F5F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5F5F5F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5F5F5F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5F5F5F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5F5F5F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5F5F5F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5F5F5F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0070C0"/>
        </a:buClr>
        <a:buChar char="•"/>
        <a:defRPr sz="24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C000"/>
        </a:buClr>
        <a:buChar char="–"/>
        <a:defRPr sz="2000">
          <a:solidFill>
            <a:schemeClr val="bg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bg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bg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bg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rgbClr val="5F5F5F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rgbClr val="5F5F5F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rgbClr val="5F5F5F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rgbClr val="5F5F5F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309315" y="5270137"/>
            <a:ext cx="6565617" cy="1107486"/>
          </a:xfrm>
        </p:spPr>
        <p:txBody>
          <a:bodyPr/>
          <a:lstStyle/>
          <a:p>
            <a:r>
              <a:rPr lang="en-US" dirty="0" smtClean="0"/>
              <a:t>Potential Locations for a Swan Falls Inflow Monitoring Site</a:t>
            </a:r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83068" y="1140177"/>
            <a:ext cx="7180398" cy="5548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45555" y="1425886"/>
            <a:ext cx="5435600" cy="52052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316089" y="925689"/>
            <a:ext cx="2980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Site #1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16089" y="925689"/>
            <a:ext cx="2980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Site #2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83554" y="1427825"/>
            <a:ext cx="6224411" cy="51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16089" y="925689"/>
            <a:ext cx="2980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Site #3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4267" y="1373872"/>
            <a:ext cx="4114800" cy="525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16089" y="925689"/>
            <a:ext cx="2980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Site #4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11689" y="1354667"/>
            <a:ext cx="5028615" cy="5277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Velocity Profiling</a:t>
            </a: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95805" y="1445191"/>
            <a:ext cx="5309529" cy="5084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PTemplate16[1]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Theme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PPTemplate16[1]</Template>
  <TotalTime>144</TotalTime>
  <Words>24</Words>
  <Application>Microsoft Office PowerPoint</Application>
  <PresentationFormat>On-screen Show (4:3)</PresentationFormat>
  <Paragraphs>7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PPTemplate16[1]</vt:lpstr>
      <vt:lpstr>Potential Locations for a Swan Falls Inflow Monitoring Site</vt:lpstr>
      <vt:lpstr>Slide 2</vt:lpstr>
      <vt:lpstr>Slide 3</vt:lpstr>
      <vt:lpstr>Slide 4</vt:lpstr>
      <vt:lpstr>Slide 5</vt:lpstr>
      <vt:lpstr>Slide 6</vt:lpstr>
      <vt:lpstr>Velocity Profiling</vt:lpstr>
    </vt:vector>
  </TitlesOfParts>
  <Company>IPCO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IPCO</dc:creator>
  <cp:lastModifiedBy>lcresto</cp:lastModifiedBy>
  <cp:revision>8</cp:revision>
  <dcterms:created xsi:type="dcterms:W3CDTF">2012-04-10T20:39:17Z</dcterms:created>
  <dcterms:modified xsi:type="dcterms:W3CDTF">2012-06-21T16:11:02Z</dcterms:modified>
</cp:coreProperties>
</file>